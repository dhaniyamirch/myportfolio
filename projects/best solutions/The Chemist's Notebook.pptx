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0" r:id="rId1"/>
  </p:sldMasterIdLst>
  <p:notesMasterIdLst>
    <p:notesMasterId r:id="rId11"/>
  </p:notesMasterIdLst>
  <p:sldIdLst>
    <p:sldId id="256" r:id="rId2"/>
    <p:sldId id="257" r:id="rId3"/>
    <p:sldId id="260" r:id="rId4"/>
    <p:sldId id="258" r:id="rId5"/>
    <p:sldId id="270" r:id="rId6"/>
    <p:sldId id="311" r:id="rId7"/>
    <p:sldId id="312" r:id="rId8"/>
    <p:sldId id="313" r:id="rId9"/>
    <p:sldId id="259" r:id="rId1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5C54C97-7D00-4DD5-9B58-6E18B0187CAF}">
  <a:tblStyle styleId="{65C54C97-7D00-4DD5-9B58-6E18B0187CA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63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1"/>
        <p:cNvGrpSpPr/>
        <p:nvPr/>
      </p:nvGrpSpPr>
      <p:grpSpPr>
        <a:xfrm>
          <a:off x="0" y="0"/>
          <a:ext cx="0" cy="0"/>
          <a:chOff x="0" y="0"/>
          <a:chExt cx="0" cy="0"/>
        </a:xfrm>
      </p:grpSpPr>
      <p:sp>
        <p:nvSpPr>
          <p:cNvPr id="1502" name="Google Shape;150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3" name="Google Shape;150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5"/>
        <p:cNvGrpSpPr/>
        <p:nvPr/>
      </p:nvGrpSpPr>
      <p:grpSpPr>
        <a:xfrm>
          <a:off x="0" y="0"/>
          <a:ext cx="0" cy="0"/>
          <a:chOff x="0" y="0"/>
          <a:chExt cx="0" cy="0"/>
        </a:xfrm>
      </p:grpSpPr>
      <p:sp>
        <p:nvSpPr>
          <p:cNvPr id="1566" name="Google Shape;1566;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7" name="Google Shape;1567;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8"/>
        <p:cNvGrpSpPr/>
        <p:nvPr/>
      </p:nvGrpSpPr>
      <p:grpSpPr>
        <a:xfrm>
          <a:off x="0" y="0"/>
          <a:ext cx="0" cy="0"/>
          <a:chOff x="0" y="0"/>
          <a:chExt cx="0" cy="0"/>
        </a:xfrm>
      </p:grpSpPr>
      <p:sp>
        <p:nvSpPr>
          <p:cNvPr id="1629" name="Google Shape;1629;g99f2f57a71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0" name="Google Shape;1630;g99f2f57a71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1"/>
        <p:cNvGrpSpPr/>
        <p:nvPr/>
      </p:nvGrpSpPr>
      <p:grpSpPr>
        <a:xfrm>
          <a:off x="0" y="0"/>
          <a:ext cx="0" cy="0"/>
          <a:chOff x="0" y="0"/>
          <a:chExt cx="0" cy="0"/>
        </a:xfrm>
      </p:grpSpPr>
      <p:sp>
        <p:nvSpPr>
          <p:cNvPr id="1572" name="Google Shape;1572;g99f2f57a71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3" name="Google Shape;1573;g99f2f57a71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4"/>
        <p:cNvGrpSpPr/>
        <p:nvPr/>
      </p:nvGrpSpPr>
      <p:grpSpPr>
        <a:xfrm>
          <a:off x="0" y="0"/>
          <a:ext cx="0" cy="0"/>
          <a:chOff x="0" y="0"/>
          <a:chExt cx="0" cy="0"/>
        </a:xfrm>
      </p:grpSpPr>
      <p:sp>
        <p:nvSpPr>
          <p:cNvPr id="1975" name="Google Shape;1975;gdd7c834f4c_1_82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6" name="Google Shape;1976;gdd7c834f4c_1_8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0"/>
        <p:cNvGrpSpPr/>
        <p:nvPr/>
      </p:nvGrpSpPr>
      <p:grpSpPr>
        <a:xfrm>
          <a:off x="0" y="0"/>
          <a:ext cx="0" cy="0"/>
          <a:chOff x="0" y="0"/>
          <a:chExt cx="0" cy="0"/>
        </a:xfrm>
      </p:grpSpPr>
      <p:sp>
        <p:nvSpPr>
          <p:cNvPr id="1611" name="Google Shape;1611;g99f2f57a71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2" name="Google Shape;1612;g99f2f57a71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43" y="-76200"/>
            <a:ext cx="9144000" cy="5219700"/>
            <a:chOff x="-43" y="-76200"/>
            <a:chExt cx="9144000" cy="5219700"/>
          </a:xfrm>
        </p:grpSpPr>
        <p:cxnSp>
          <p:nvCxnSpPr>
            <p:cNvPr id="10" name="Google Shape;10;p2"/>
            <p:cNvCxnSpPr/>
            <p:nvPr/>
          </p:nvCxnSpPr>
          <p:spPr>
            <a:xfrm>
              <a:off x="21584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a:off x="516147"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a:off x="81645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3" name="Google Shape;13;p2"/>
            <p:cNvCxnSpPr/>
            <p:nvPr/>
          </p:nvCxnSpPr>
          <p:spPr>
            <a:xfrm>
              <a:off x="111675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 name="Google Shape;14;p2"/>
            <p:cNvCxnSpPr/>
            <p:nvPr/>
          </p:nvCxnSpPr>
          <p:spPr>
            <a:xfrm>
              <a:off x="141705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5" name="Google Shape;15;p2"/>
            <p:cNvCxnSpPr/>
            <p:nvPr/>
          </p:nvCxnSpPr>
          <p:spPr>
            <a:xfrm>
              <a:off x="171736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6" name="Google Shape;16;p2"/>
            <p:cNvCxnSpPr/>
            <p:nvPr/>
          </p:nvCxnSpPr>
          <p:spPr>
            <a:xfrm>
              <a:off x="201766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7" name="Google Shape;17;p2"/>
            <p:cNvCxnSpPr/>
            <p:nvPr/>
          </p:nvCxnSpPr>
          <p:spPr>
            <a:xfrm>
              <a:off x="231796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8" name="Google Shape;18;p2"/>
            <p:cNvCxnSpPr/>
            <p:nvPr/>
          </p:nvCxnSpPr>
          <p:spPr>
            <a:xfrm>
              <a:off x="261827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9" name="Google Shape;19;p2"/>
            <p:cNvCxnSpPr/>
            <p:nvPr/>
          </p:nvCxnSpPr>
          <p:spPr>
            <a:xfrm>
              <a:off x="291857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0" name="Google Shape;20;p2"/>
            <p:cNvCxnSpPr/>
            <p:nvPr/>
          </p:nvCxnSpPr>
          <p:spPr>
            <a:xfrm>
              <a:off x="321887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1" name="Google Shape;21;p2"/>
            <p:cNvCxnSpPr/>
            <p:nvPr/>
          </p:nvCxnSpPr>
          <p:spPr>
            <a:xfrm>
              <a:off x="351918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2" name="Google Shape;22;p2"/>
            <p:cNvCxnSpPr/>
            <p:nvPr/>
          </p:nvCxnSpPr>
          <p:spPr>
            <a:xfrm>
              <a:off x="381948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3" name="Google Shape;23;p2"/>
            <p:cNvCxnSpPr/>
            <p:nvPr/>
          </p:nvCxnSpPr>
          <p:spPr>
            <a:xfrm>
              <a:off x="411978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4" name="Google Shape;24;p2"/>
            <p:cNvCxnSpPr/>
            <p:nvPr/>
          </p:nvCxnSpPr>
          <p:spPr>
            <a:xfrm>
              <a:off x="442009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5" name="Google Shape;25;p2"/>
            <p:cNvCxnSpPr/>
            <p:nvPr/>
          </p:nvCxnSpPr>
          <p:spPr>
            <a:xfrm>
              <a:off x="472039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6" name="Google Shape;26;p2"/>
            <p:cNvCxnSpPr/>
            <p:nvPr/>
          </p:nvCxnSpPr>
          <p:spPr>
            <a:xfrm>
              <a:off x="502069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7" name="Google Shape;27;p2"/>
            <p:cNvCxnSpPr/>
            <p:nvPr/>
          </p:nvCxnSpPr>
          <p:spPr>
            <a:xfrm>
              <a:off x="532100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8" name="Google Shape;28;p2"/>
            <p:cNvCxnSpPr/>
            <p:nvPr/>
          </p:nvCxnSpPr>
          <p:spPr>
            <a:xfrm>
              <a:off x="562130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9" name="Google Shape;29;p2"/>
            <p:cNvCxnSpPr/>
            <p:nvPr/>
          </p:nvCxnSpPr>
          <p:spPr>
            <a:xfrm>
              <a:off x="592160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30" name="Google Shape;30;p2"/>
            <p:cNvCxnSpPr/>
            <p:nvPr/>
          </p:nvCxnSpPr>
          <p:spPr>
            <a:xfrm>
              <a:off x="622191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31" name="Google Shape;31;p2"/>
            <p:cNvCxnSpPr/>
            <p:nvPr/>
          </p:nvCxnSpPr>
          <p:spPr>
            <a:xfrm>
              <a:off x="652221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32" name="Google Shape;32;p2"/>
            <p:cNvCxnSpPr/>
            <p:nvPr/>
          </p:nvCxnSpPr>
          <p:spPr>
            <a:xfrm>
              <a:off x="682252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33" name="Google Shape;33;p2"/>
            <p:cNvCxnSpPr/>
            <p:nvPr/>
          </p:nvCxnSpPr>
          <p:spPr>
            <a:xfrm>
              <a:off x="712282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34" name="Google Shape;34;p2"/>
            <p:cNvCxnSpPr/>
            <p:nvPr/>
          </p:nvCxnSpPr>
          <p:spPr>
            <a:xfrm>
              <a:off x="742312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35" name="Google Shape;35;p2"/>
            <p:cNvCxnSpPr/>
            <p:nvPr/>
          </p:nvCxnSpPr>
          <p:spPr>
            <a:xfrm>
              <a:off x="772343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36" name="Google Shape;36;p2"/>
            <p:cNvCxnSpPr/>
            <p:nvPr/>
          </p:nvCxnSpPr>
          <p:spPr>
            <a:xfrm>
              <a:off x="802373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37" name="Google Shape;37;p2"/>
            <p:cNvCxnSpPr/>
            <p:nvPr/>
          </p:nvCxnSpPr>
          <p:spPr>
            <a:xfrm>
              <a:off x="8324037"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38" name="Google Shape;38;p2"/>
            <p:cNvCxnSpPr/>
            <p:nvPr/>
          </p:nvCxnSpPr>
          <p:spPr>
            <a:xfrm>
              <a:off x="862434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39" name="Google Shape;39;p2"/>
            <p:cNvCxnSpPr/>
            <p:nvPr/>
          </p:nvCxnSpPr>
          <p:spPr>
            <a:xfrm>
              <a:off x="892464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0" name="Google Shape;40;p2"/>
            <p:cNvCxnSpPr/>
            <p:nvPr/>
          </p:nvCxnSpPr>
          <p:spPr>
            <a:xfrm>
              <a:off x="-43" y="3069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41" name="Google Shape;41;p2"/>
            <p:cNvCxnSpPr/>
            <p:nvPr/>
          </p:nvCxnSpPr>
          <p:spPr>
            <a:xfrm>
              <a:off x="-43" y="6105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42" name="Google Shape;42;p2"/>
            <p:cNvCxnSpPr/>
            <p:nvPr/>
          </p:nvCxnSpPr>
          <p:spPr>
            <a:xfrm>
              <a:off x="-43" y="9142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43" name="Google Shape;43;p2"/>
            <p:cNvCxnSpPr/>
            <p:nvPr/>
          </p:nvCxnSpPr>
          <p:spPr>
            <a:xfrm>
              <a:off x="-43" y="12178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44" name="Google Shape;44;p2"/>
            <p:cNvCxnSpPr/>
            <p:nvPr/>
          </p:nvCxnSpPr>
          <p:spPr>
            <a:xfrm>
              <a:off x="-43" y="15215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45" name="Google Shape;45;p2"/>
            <p:cNvCxnSpPr/>
            <p:nvPr/>
          </p:nvCxnSpPr>
          <p:spPr>
            <a:xfrm>
              <a:off x="-43" y="18251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46" name="Google Shape;46;p2"/>
            <p:cNvCxnSpPr/>
            <p:nvPr/>
          </p:nvCxnSpPr>
          <p:spPr>
            <a:xfrm>
              <a:off x="-43" y="21288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47" name="Google Shape;47;p2"/>
            <p:cNvCxnSpPr/>
            <p:nvPr/>
          </p:nvCxnSpPr>
          <p:spPr>
            <a:xfrm>
              <a:off x="-43" y="24324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48" name="Google Shape;48;p2"/>
            <p:cNvCxnSpPr/>
            <p:nvPr/>
          </p:nvCxnSpPr>
          <p:spPr>
            <a:xfrm>
              <a:off x="-43" y="27361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49" name="Google Shape;49;p2"/>
            <p:cNvCxnSpPr/>
            <p:nvPr/>
          </p:nvCxnSpPr>
          <p:spPr>
            <a:xfrm>
              <a:off x="-43" y="30397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0" name="Google Shape;50;p2"/>
            <p:cNvCxnSpPr/>
            <p:nvPr/>
          </p:nvCxnSpPr>
          <p:spPr>
            <a:xfrm>
              <a:off x="-43" y="33434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1" name="Google Shape;51;p2"/>
            <p:cNvCxnSpPr/>
            <p:nvPr/>
          </p:nvCxnSpPr>
          <p:spPr>
            <a:xfrm>
              <a:off x="-43" y="36470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2" name="Google Shape;52;p2"/>
            <p:cNvCxnSpPr/>
            <p:nvPr/>
          </p:nvCxnSpPr>
          <p:spPr>
            <a:xfrm>
              <a:off x="-43" y="39507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3" name="Google Shape;53;p2"/>
            <p:cNvCxnSpPr/>
            <p:nvPr/>
          </p:nvCxnSpPr>
          <p:spPr>
            <a:xfrm>
              <a:off x="-43" y="42543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4" name="Google Shape;54;p2"/>
            <p:cNvCxnSpPr/>
            <p:nvPr/>
          </p:nvCxnSpPr>
          <p:spPr>
            <a:xfrm>
              <a:off x="-43" y="45580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5" name="Google Shape;55;p2"/>
            <p:cNvCxnSpPr/>
            <p:nvPr/>
          </p:nvCxnSpPr>
          <p:spPr>
            <a:xfrm>
              <a:off x="-43" y="4861650"/>
              <a:ext cx="9144000" cy="0"/>
            </a:xfrm>
            <a:prstGeom prst="straightConnector1">
              <a:avLst/>
            </a:prstGeom>
            <a:noFill/>
            <a:ln w="9525" cap="flat" cmpd="sng">
              <a:solidFill>
                <a:schemeClr val="dk1"/>
              </a:solidFill>
              <a:prstDash val="solid"/>
              <a:round/>
              <a:headEnd type="none" w="med" len="med"/>
              <a:tailEnd type="none" w="med" len="med"/>
            </a:ln>
          </p:spPr>
        </p:cxnSp>
        <p:sp>
          <p:nvSpPr>
            <p:cNvPr id="56" name="Google Shape;56;p2"/>
            <p:cNvSpPr/>
            <p:nvPr/>
          </p:nvSpPr>
          <p:spPr>
            <a:xfrm>
              <a:off x="516143" y="306900"/>
              <a:ext cx="8108100" cy="45546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2"/>
          <p:cNvSpPr txBox="1">
            <a:spLocks noGrp="1"/>
          </p:cNvSpPr>
          <p:nvPr>
            <p:ph type="ctrTitle"/>
          </p:nvPr>
        </p:nvSpPr>
        <p:spPr>
          <a:xfrm>
            <a:off x="1009950" y="1067550"/>
            <a:ext cx="7124100" cy="2585700"/>
          </a:xfrm>
          <a:prstGeom prst="rect">
            <a:avLst/>
          </a:prstGeom>
        </p:spPr>
        <p:txBody>
          <a:bodyPr spcFirstLastPara="1" wrap="square" lIns="91425" tIns="91425" rIns="91425" bIns="91425" anchor="ctr" anchorCtr="0">
            <a:noAutofit/>
          </a:bodyPr>
          <a:lstStyle>
            <a:lvl1pPr lvl="0" algn="ctr">
              <a:spcBef>
                <a:spcPts val="0"/>
              </a:spcBef>
              <a:spcAft>
                <a:spcPts val="0"/>
              </a:spcAft>
              <a:buSzPts val="5200"/>
              <a:buNone/>
              <a:defRPr sz="5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58" name="Google Shape;58;p2"/>
          <p:cNvSpPr txBox="1">
            <a:spLocks noGrp="1"/>
          </p:cNvSpPr>
          <p:nvPr>
            <p:ph type="subTitle" idx="1"/>
          </p:nvPr>
        </p:nvSpPr>
        <p:spPr>
          <a:xfrm>
            <a:off x="2307600" y="3653250"/>
            <a:ext cx="4528800" cy="475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1"/>
        <p:cNvGrpSpPr/>
        <p:nvPr/>
      </p:nvGrpSpPr>
      <p:grpSpPr>
        <a:xfrm>
          <a:off x="0" y="0"/>
          <a:ext cx="0" cy="0"/>
          <a:chOff x="0" y="0"/>
          <a:chExt cx="0" cy="0"/>
        </a:xfrm>
      </p:grpSpPr>
      <p:sp>
        <p:nvSpPr>
          <p:cNvPr id="112" name="Google Shape;112;p4"/>
          <p:cNvSpPr/>
          <p:nvPr/>
        </p:nvSpPr>
        <p:spPr>
          <a:xfrm>
            <a:off x="516143" y="306900"/>
            <a:ext cx="8108100" cy="45546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 name="Google Shape;113;p4"/>
          <p:cNvGrpSpPr/>
          <p:nvPr/>
        </p:nvGrpSpPr>
        <p:grpSpPr>
          <a:xfrm>
            <a:off x="-43" y="-76200"/>
            <a:ext cx="9144000" cy="5219700"/>
            <a:chOff x="-43" y="-76200"/>
            <a:chExt cx="9144000" cy="5219700"/>
          </a:xfrm>
        </p:grpSpPr>
        <p:cxnSp>
          <p:nvCxnSpPr>
            <p:cNvPr id="114" name="Google Shape;114;p4"/>
            <p:cNvCxnSpPr/>
            <p:nvPr/>
          </p:nvCxnSpPr>
          <p:spPr>
            <a:xfrm>
              <a:off x="21584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15" name="Google Shape;115;p4"/>
            <p:cNvCxnSpPr/>
            <p:nvPr/>
          </p:nvCxnSpPr>
          <p:spPr>
            <a:xfrm>
              <a:off x="516147"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16" name="Google Shape;116;p4"/>
            <p:cNvCxnSpPr/>
            <p:nvPr/>
          </p:nvCxnSpPr>
          <p:spPr>
            <a:xfrm>
              <a:off x="81645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17" name="Google Shape;117;p4"/>
            <p:cNvCxnSpPr/>
            <p:nvPr/>
          </p:nvCxnSpPr>
          <p:spPr>
            <a:xfrm>
              <a:off x="111675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18" name="Google Shape;118;p4"/>
            <p:cNvCxnSpPr/>
            <p:nvPr/>
          </p:nvCxnSpPr>
          <p:spPr>
            <a:xfrm>
              <a:off x="141705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19" name="Google Shape;119;p4"/>
            <p:cNvCxnSpPr/>
            <p:nvPr/>
          </p:nvCxnSpPr>
          <p:spPr>
            <a:xfrm>
              <a:off x="171736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20" name="Google Shape;120;p4"/>
            <p:cNvCxnSpPr/>
            <p:nvPr/>
          </p:nvCxnSpPr>
          <p:spPr>
            <a:xfrm>
              <a:off x="201766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21" name="Google Shape;121;p4"/>
            <p:cNvCxnSpPr/>
            <p:nvPr/>
          </p:nvCxnSpPr>
          <p:spPr>
            <a:xfrm>
              <a:off x="231796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22" name="Google Shape;122;p4"/>
            <p:cNvCxnSpPr/>
            <p:nvPr/>
          </p:nvCxnSpPr>
          <p:spPr>
            <a:xfrm>
              <a:off x="261827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23" name="Google Shape;123;p4"/>
            <p:cNvCxnSpPr/>
            <p:nvPr/>
          </p:nvCxnSpPr>
          <p:spPr>
            <a:xfrm>
              <a:off x="291857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24" name="Google Shape;124;p4"/>
            <p:cNvCxnSpPr/>
            <p:nvPr/>
          </p:nvCxnSpPr>
          <p:spPr>
            <a:xfrm>
              <a:off x="321887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25" name="Google Shape;125;p4"/>
            <p:cNvCxnSpPr/>
            <p:nvPr/>
          </p:nvCxnSpPr>
          <p:spPr>
            <a:xfrm>
              <a:off x="351918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26" name="Google Shape;126;p4"/>
            <p:cNvCxnSpPr/>
            <p:nvPr/>
          </p:nvCxnSpPr>
          <p:spPr>
            <a:xfrm>
              <a:off x="381948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27" name="Google Shape;127;p4"/>
            <p:cNvCxnSpPr/>
            <p:nvPr/>
          </p:nvCxnSpPr>
          <p:spPr>
            <a:xfrm>
              <a:off x="411978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28" name="Google Shape;128;p4"/>
            <p:cNvCxnSpPr/>
            <p:nvPr/>
          </p:nvCxnSpPr>
          <p:spPr>
            <a:xfrm>
              <a:off x="442009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29" name="Google Shape;129;p4"/>
            <p:cNvCxnSpPr/>
            <p:nvPr/>
          </p:nvCxnSpPr>
          <p:spPr>
            <a:xfrm>
              <a:off x="472039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30" name="Google Shape;130;p4"/>
            <p:cNvCxnSpPr/>
            <p:nvPr/>
          </p:nvCxnSpPr>
          <p:spPr>
            <a:xfrm>
              <a:off x="502069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31" name="Google Shape;131;p4"/>
            <p:cNvCxnSpPr/>
            <p:nvPr/>
          </p:nvCxnSpPr>
          <p:spPr>
            <a:xfrm>
              <a:off x="532100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32" name="Google Shape;132;p4"/>
            <p:cNvCxnSpPr/>
            <p:nvPr/>
          </p:nvCxnSpPr>
          <p:spPr>
            <a:xfrm>
              <a:off x="562130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33" name="Google Shape;133;p4"/>
            <p:cNvCxnSpPr/>
            <p:nvPr/>
          </p:nvCxnSpPr>
          <p:spPr>
            <a:xfrm>
              <a:off x="592160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34" name="Google Shape;134;p4"/>
            <p:cNvCxnSpPr/>
            <p:nvPr/>
          </p:nvCxnSpPr>
          <p:spPr>
            <a:xfrm>
              <a:off x="622191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35" name="Google Shape;135;p4"/>
            <p:cNvCxnSpPr/>
            <p:nvPr/>
          </p:nvCxnSpPr>
          <p:spPr>
            <a:xfrm>
              <a:off x="652221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36" name="Google Shape;136;p4"/>
            <p:cNvCxnSpPr/>
            <p:nvPr/>
          </p:nvCxnSpPr>
          <p:spPr>
            <a:xfrm>
              <a:off x="682252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37" name="Google Shape;137;p4"/>
            <p:cNvCxnSpPr/>
            <p:nvPr/>
          </p:nvCxnSpPr>
          <p:spPr>
            <a:xfrm>
              <a:off x="712282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38" name="Google Shape;138;p4"/>
            <p:cNvCxnSpPr/>
            <p:nvPr/>
          </p:nvCxnSpPr>
          <p:spPr>
            <a:xfrm>
              <a:off x="742312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39" name="Google Shape;139;p4"/>
            <p:cNvCxnSpPr/>
            <p:nvPr/>
          </p:nvCxnSpPr>
          <p:spPr>
            <a:xfrm>
              <a:off x="772343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0" name="Google Shape;140;p4"/>
            <p:cNvCxnSpPr/>
            <p:nvPr/>
          </p:nvCxnSpPr>
          <p:spPr>
            <a:xfrm>
              <a:off x="802373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1" name="Google Shape;141;p4"/>
            <p:cNvCxnSpPr/>
            <p:nvPr/>
          </p:nvCxnSpPr>
          <p:spPr>
            <a:xfrm>
              <a:off x="8324037"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2" name="Google Shape;142;p4"/>
            <p:cNvCxnSpPr/>
            <p:nvPr/>
          </p:nvCxnSpPr>
          <p:spPr>
            <a:xfrm>
              <a:off x="862434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3" name="Google Shape;143;p4"/>
            <p:cNvCxnSpPr/>
            <p:nvPr/>
          </p:nvCxnSpPr>
          <p:spPr>
            <a:xfrm>
              <a:off x="892464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4" name="Google Shape;144;p4"/>
            <p:cNvCxnSpPr/>
            <p:nvPr/>
          </p:nvCxnSpPr>
          <p:spPr>
            <a:xfrm>
              <a:off x="-43" y="3069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5" name="Google Shape;145;p4"/>
            <p:cNvCxnSpPr/>
            <p:nvPr/>
          </p:nvCxnSpPr>
          <p:spPr>
            <a:xfrm>
              <a:off x="-43" y="6105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6" name="Google Shape;146;p4"/>
            <p:cNvCxnSpPr/>
            <p:nvPr/>
          </p:nvCxnSpPr>
          <p:spPr>
            <a:xfrm>
              <a:off x="-43" y="9142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7" name="Google Shape;147;p4"/>
            <p:cNvCxnSpPr/>
            <p:nvPr/>
          </p:nvCxnSpPr>
          <p:spPr>
            <a:xfrm>
              <a:off x="-43" y="12178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8" name="Google Shape;148;p4"/>
            <p:cNvCxnSpPr/>
            <p:nvPr/>
          </p:nvCxnSpPr>
          <p:spPr>
            <a:xfrm>
              <a:off x="-43" y="15215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9" name="Google Shape;149;p4"/>
            <p:cNvCxnSpPr/>
            <p:nvPr/>
          </p:nvCxnSpPr>
          <p:spPr>
            <a:xfrm>
              <a:off x="-43" y="18251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50" name="Google Shape;150;p4"/>
            <p:cNvCxnSpPr/>
            <p:nvPr/>
          </p:nvCxnSpPr>
          <p:spPr>
            <a:xfrm>
              <a:off x="-43" y="21288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51" name="Google Shape;151;p4"/>
            <p:cNvCxnSpPr/>
            <p:nvPr/>
          </p:nvCxnSpPr>
          <p:spPr>
            <a:xfrm>
              <a:off x="-43" y="24324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52" name="Google Shape;152;p4"/>
            <p:cNvCxnSpPr/>
            <p:nvPr/>
          </p:nvCxnSpPr>
          <p:spPr>
            <a:xfrm>
              <a:off x="-43" y="27361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53" name="Google Shape;153;p4"/>
            <p:cNvCxnSpPr/>
            <p:nvPr/>
          </p:nvCxnSpPr>
          <p:spPr>
            <a:xfrm>
              <a:off x="-43" y="30397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54" name="Google Shape;154;p4"/>
            <p:cNvCxnSpPr/>
            <p:nvPr/>
          </p:nvCxnSpPr>
          <p:spPr>
            <a:xfrm>
              <a:off x="-43" y="33434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55" name="Google Shape;155;p4"/>
            <p:cNvCxnSpPr/>
            <p:nvPr/>
          </p:nvCxnSpPr>
          <p:spPr>
            <a:xfrm>
              <a:off x="-43" y="36470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56" name="Google Shape;156;p4"/>
            <p:cNvCxnSpPr/>
            <p:nvPr/>
          </p:nvCxnSpPr>
          <p:spPr>
            <a:xfrm>
              <a:off x="-43" y="39507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57" name="Google Shape;157;p4"/>
            <p:cNvCxnSpPr/>
            <p:nvPr/>
          </p:nvCxnSpPr>
          <p:spPr>
            <a:xfrm>
              <a:off x="-43" y="42543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58" name="Google Shape;158;p4"/>
            <p:cNvCxnSpPr/>
            <p:nvPr/>
          </p:nvCxnSpPr>
          <p:spPr>
            <a:xfrm>
              <a:off x="-43" y="45580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59" name="Google Shape;159;p4"/>
            <p:cNvCxnSpPr/>
            <p:nvPr/>
          </p:nvCxnSpPr>
          <p:spPr>
            <a:xfrm>
              <a:off x="-43" y="4861650"/>
              <a:ext cx="9144000" cy="0"/>
            </a:xfrm>
            <a:prstGeom prst="straightConnector1">
              <a:avLst/>
            </a:prstGeom>
            <a:noFill/>
            <a:ln w="9525" cap="flat" cmpd="sng">
              <a:solidFill>
                <a:schemeClr val="dk1"/>
              </a:solidFill>
              <a:prstDash val="solid"/>
              <a:round/>
              <a:headEnd type="none" w="med" len="med"/>
              <a:tailEnd type="none" w="med" len="med"/>
            </a:ln>
          </p:spPr>
        </p:cxnSp>
        <p:sp>
          <p:nvSpPr>
            <p:cNvPr id="160" name="Google Shape;160;p4"/>
            <p:cNvSpPr/>
            <p:nvPr/>
          </p:nvSpPr>
          <p:spPr>
            <a:xfrm>
              <a:off x="516143" y="306900"/>
              <a:ext cx="8108100" cy="45546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 name="Google Shape;16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sp>
        <p:nvSpPr>
          <p:cNvPr id="162" name="Google Shape;162;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rgbClr val="434343"/>
              </a:buClr>
              <a:buSzPts val="1200"/>
              <a:buAutoNum type="arabicPeriod"/>
              <a:defRPr sz="1250">
                <a:solidFill>
                  <a:srgbClr val="434343"/>
                </a:solidFill>
              </a:defRPr>
            </a:lvl1pPr>
            <a:lvl2pPr marL="914400" lvl="1" indent="-3048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2pPr>
            <a:lvl3pPr marL="1371600" lvl="2" indent="-3048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marL="1828800" lvl="3" indent="-304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marL="2286000" lvl="4" indent="-3048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marL="2743200" lvl="5" indent="-3048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marL="3200400" lvl="6" indent="-304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marL="3657600" lvl="7" indent="-3048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marL="4114800" lvl="8" indent="-304800" rtl="0">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7"/>
        <p:cNvGrpSpPr/>
        <p:nvPr/>
      </p:nvGrpSpPr>
      <p:grpSpPr>
        <a:xfrm>
          <a:off x="0" y="0"/>
          <a:ext cx="0" cy="0"/>
          <a:chOff x="0" y="0"/>
          <a:chExt cx="0" cy="0"/>
        </a:xfrm>
      </p:grpSpPr>
      <p:grpSp>
        <p:nvGrpSpPr>
          <p:cNvPr id="218" name="Google Shape;218;p6"/>
          <p:cNvGrpSpPr/>
          <p:nvPr/>
        </p:nvGrpSpPr>
        <p:grpSpPr>
          <a:xfrm>
            <a:off x="-43" y="-76200"/>
            <a:ext cx="9144000" cy="5219700"/>
            <a:chOff x="-43" y="-76200"/>
            <a:chExt cx="9144000" cy="5219700"/>
          </a:xfrm>
        </p:grpSpPr>
        <p:cxnSp>
          <p:nvCxnSpPr>
            <p:cNvPr id="219" name="Google Shape;219;p6"/>
            <p:cNvCxnSpPr/>
            <p:nvPr/>
          </p:nvCxnSpPr>
          <p:spPr>
            <a:xfrm>
              <a:off x="21584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20" name="Google Shape;220;p6"/>
            <p:cNvCxnSpPr/>
            <p:nvPr/>
          </p:nvCxnSpPr>
          <p:spPr>
            <a:xfrm>
              <a:off x="516147"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21" name="Google Shape;221;p6"/>
            <p:cNvCxnSpPr/>
            <p:nvPr/>
          </p:nvCxnSpPr>
          <p:spPr>
            <a:xfrm>
              <a:off x="81645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22" name="Google Shape;222;p6"/>
            <p:cNvCxnSpPr/>
            <p:nvPr/>
          </p:nvCxnSpPr>
          <p:spPr>
            <a:xfrm>
              <a:off x="111675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23" name="Google Shape;223;p6"/>
            <p:cNvCxnSpPr/>
            <p:nvPr/>
          </p:nvCxnSpPr>
          <p:spPr>
            <a:xfrm>
              <a:off x="141705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24" name="Google Shape;224;p6"/>
            <p:cNvCxnSpPr/>
            <p:nvPr/>
          </p:nvCxnSpPr>
          <p:spPr>
            <a:xfrm>
              <a:off x="171736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25" name="Google Shape;225;p6"/>
            <p:cNvCxnSpPr/>
            <p:nvPr/>
          </p:nvCxnSpPr>
          <p:spPr>
            <a:xfrm>
              <a:off x="201766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26" name="Google Shape;226;p6"/>
            <p:cNvCxnSpPr/>
            <p:nvPr/>
          </p:nvCxnSpPr>
          <p:spPr>
            <a:xfrm>
              <a:off x="231796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27" name="Google Shape;227;p6"/>
            <p:cNvCxnSpPr/>
            <p:nvPr/>
          </p:nvCxnSpPr>
          <p:spPr>
            <a:xfrm>
              <a:off x="261827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28" name="Google Shape;228;p6"/>
            <p:cNvCxnSpPr/>
            <p:nvPr/>
          </p:nvCxnSpPr>
          <p:spPr>
            <a:xfrm>
              <a:off x="291857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29" name="Google Shape;229;p6"/>
            <p:cNvCxnSpPr/>
            <p:nvPr/>
          </p:nvCxnSpPr>
          <p:spPr>
            <a:xfrm>
              <a:off x="321887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30" name="Google Shape;230;p6"/>
            <p:cNvCxnSpPr/>
            <p:nvPr/>
          </p:nvCxnSpPr>
          <p:spPr>
            <a:xfrm>
              <a:off x="351918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31" name="Google Shape;231;p6"/>
            <p:cNvCxnSpPr/>
            <p:nvPr/>
          </p:nvCxnSpPr>
          <p:spPr>
            <a:xfrm>
              <a:off x="381948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32" name="Google Shape;232;p6"/>
            <p:cNvCxnSpPr/>
            <p:nvPr/>
          </p:nvCxnSpPr>
          <p:spPr>
            <a:xfrm>
              <a:off x="411978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33" name="Google Shape;233;p6"/>
            <p:cNvCxnSpPr/>
            <p:nvPr/>
          </p:nvCxnSpPr>
          <p:spPr>
            <a:xfrm>
              <a:off x="442009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34" name="Google Shape;234;p6"/>
            <p:cNvCxnSpPr/>
            <p:nvPr/>
          </p:nvCxnSpPr>
          <p:spPr>
            <a:xfrm>
              <a:off x="472039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35" name="Google Shape;235;p6"/>
            <p:cNvCxnSpPr/>
            <p:nvPr/>
          </p:nvCxnSpPr>
          <p:spPr>
            <a:xfrm>
              <a:off x="502069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36" name="Google Shape;236;p6"/>
            <p:cNvCxnSpPr/>
            <p:nvPr/>
          </p:nvCxnSpPr>
          <p:spPr>
            <a:xfrm>
              <a:off x="532100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6"/>
            <p:cNvCxnSpPr/>
            <p:nvPr/>
          </p:nvCxnSpPr>
          <p:spPr>
            <a:xfrm>
              <a:off x="562130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38" name="Google Shape;238;p6"/>
            <p:cNvCxnSpPr/>
            <p:nvPr/>
          </p:nvCxnSpPr>
          <p:spPr>
            <a:xfrm>
              <a:off x="592160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39" name="Google Shape;239;p6"/>
            <p:cNvCxnSpPr/>
            <p:nvPr/>
          </p:nvCxnSpPr>
          <p:spPr>
            <a:xfrm>
              <a:off x="622191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40" name="Google Shape;240;p6"/>
            <p:cNvCxnSpPr/>
            <p:nvPr/>
          </p:nvCxnSpPr>
          <p:spPr>
            <a:xfrm>
              <a:off x="652221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41" name="Google Shape;241;p6"/>
            <p:cNvCxnSpPr/>
            <p:nvPr/>
          </p:nvCxnSpPr>
          <p:spPr>
            <a:xfrm>
              <a:off x="682252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42" name="Google Shape;242;p6"/>
            <p:cNvCxnSpPr/>
            <p:nvPr/>
          </p:nvCxnSpPr>
          <p:spPr>
            <a:xfrm>
              <a:off x="712282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43" name="Google Shape;243;p6"/>
            <p:cNvCxnSpPr/>
            <p:nvPr/>
          </p:nvCxnSpPr>
          <p:spPr>
            <a:xfrm>
              <a:off x="742312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44" name="Google Shape;244;p6"/>
            <p:cNvCxnSpPr/>
            <p:nvPr/>
          </p:nvCxnSpPr>
          <p:spPr>
            <a:xfrm>
              <a:off x="772343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45" name="Google Shape;245;p6"/>
            <p:cNvCxnSpPr/>
            <p:nvPr/>
          </p:nvCxnSpPr>
          <p:spPr>
            <a:xfrm>
              <a:off x="802373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46" name="Google Shape;246;p6"/>
            <p:cNvCxnSpPr/>
            <p:nvPr/>
          </p:nvCxnSpPr>
          <p:spPr>
            <a:xfrm>
              <a:off x="8324037"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47" name="Google Shape;247;p6"/>
            <p:cNvCxnSpPr/>
            <p:nvPr/>
          </p:nvCxnSpPr>
          <p:spPr>
            <a:xfrm>
              <a:off x="862434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48" name="Google Shape;248;p6"/>
            <p:cNvCxnSpPr/>
            <p:nvPr/>
          </p:nvCxnSpPr>
          <p:spPr>
            <a:xfrm>
              <a:off x="892464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249" name="Google Shape;249;p6"/>
            <p:cNvCxnSpPr/>
            <p:nvPr/>
          </p:nvCxnSpPr>
          <p:spPr>
            <a:xfrm>
              <a:off x="-43" y="3069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250" name="Google Shape;250;p6"/>
            <p:cNvCxnSpPr/>
            <p:nvPr/>
          </p:nvCxnSpPr>
          <p:spPr>
            <a:xfrm>
              <a:off x="-43" y="6105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251" name="Google Shape;251;p6"/>
            <p:cNvCxnSpPr/>
            <p:nvPr/>
          </p:nvCxnSpPr>
          <p:spPr>
            <a:xfrm>
              <a:off x="-43" y="9142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252" name="Google Shape;252;p6"/>
            <p:cNvCxnSpPr/>
            <p:nvPr/>
          </p:nvCxnSpPr>
          <p:spPr>
            <a:xfrm>
              <a:off x="-43" y="12178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253" name="Google Shape;253;p6"/>
            <p:cNvCxnSpPr/>
            <p:nvPr/>
          </p:nvCxnSpPr>
          <p:spPr>
            <a:xfrm>
              <a:off x="-43" y="15215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254" name="Google Shape;254;p6"/>
            <p:cNvCxnSpPr/>
            <p:nvPr/>
          </p:nvCxnSpPr>
          <p:spPr>
            <a:xfrm>
              <a:off x="-43" y="18251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255" name="Google Shape;255;p6"/>
            <p:cNvCxnSpPr/>
            <p:nvPr/>
          </p:nvCxnSpPr>
          <p:spPr>
            <a:xfrm>
              <a:off x="-43" y="21288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256" name="Google Shape;256;p6"/>
            <p:cNvCxnSpPr/>
            <p:nvPr/>
          </p:nvCxnSpPr>
          <p:spPr>
            <a:xfrm>
              <a:off x="-43" y="24324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257" name="Google Shape;257;p6"/>
            <p:cNvCxnSpPr/>
            <p:nvPr/>
          </p:nvCxnSpPr>
          <p:spPr>
            <a:xfrm>
              <a:off x="-43" y="27361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258" name="Google Shape;258;p6"/>
            <p:cNvCxnSpPr/>
            <p:nvPr/>
          </p:nvCxnSpPr>
          <p:spPr>
            <a:xfrm>
              <a:off x="-43" y="30397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259" name="Google Shape;259;p6"/>
            <p:cNvCxnSpPr/>
            <p:nvPr/>
          </p:nvCxnSpPr>
          <p:spPr>
            <a:xfrm>
              <a:off x="-43" y="33434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260" name="Google Shape;260;p6"/>
            <p:cNvCxnSpPr/>
            <p:nvPr/>
          </p:nvCxnSpPr>
          <p:spPr>
            <a:xfrm>
              <a:off x="-43" y="36470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261" name="Google Shape;261;p6"/>
            <p:cNvCxnSpPr/>
            <p:nvPr/>
          </p:nvCxnSpPr>
          <p:spPr>
            <a:xfrm>
              <a:off x="-43" y="39507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262" name="Google Shape;262;p6"/>
            <p:cNvCxnSpPr/>
            <p:nvPr/>
          </p:nvCxnSpPr>
          <p:spPr>
            <a:xfrm>
              <a:off x="-43" y="42543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263" name="Google Shape;263;p6"/>
            <p:cNvCxnSpPr/>
            <p:nvPr/>
          </p:nvCxnSpPr>
          <p:spPr>
            <a:xfrm>
              <a:off x="-43" y="45580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264" name="Google Shape;264;p6"/>
            <p:cNvCxnSpPr/>
            <p:nvPr/>
          </p:nvCxnSpPr>
          <p:spPr>
            <a:xfrm>
              <a:off x="-43" y="4861650"/>
              <a:ext cx="9144000" cy="0"/>
            </a:xfrm>
            <a:prstGeom prst="straightConnector1">
              <a:avLst/>
            </a:prstGeom>
            <a:noFill/>
            <a:ln w="9525" cap="flat" cmpd="sng">
              <a:solidFill>
                <a:schemeClr val="dk1"/>
              </a:solidFill>
              <a:prstDash val="solid"/>
              <a:round/>
              <a:headEnd type="none" w="med" len="med"/>
              <a:tailEnd type="none" w="med" len="med"/>
            </a:ln>
          </p:spPr>
        </p:cxnSp>
        <p:sp>
          <p:nvSpPr>
            <p:cNvPr id="265" name="Google Shape;265;p6"/>
            <p:cNvSpPr/>
            <p:nvPr/>
          </p:nvSpPr>
          <p:spPr>
            <a:xfrm>
              <a:off x="516143" y="306900"/>
              <a:ext cx="8108100" cy="45546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6" name="Google Shape;266;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7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74"/>
        <p:cNvGrpSpPr/>
        <p:nvPr/>
      </p:nvGrpSpPr>
      <p:grpSpPr>
        <a:xfrm>
          <a:off x="0" y="0"/>
          <a:ext cx="0" cy="0"/>
          <a:chOff x="0" y="0"/>
          <a:chExt cx="0" cy="0"/>
        </a:xfrm>
      </p:grpSpPr>
      <p:grpSp>
        <p:nvGrpSpPr>
          <p:cNvPr id="475" name="Google Shape;475;p13"/>
          <p:cNvGrpSpPr/>
          <p:nvPr/>
        </p:nvGrpSpPr>
        <p:grpSpPr>
          <a:xfrm>
            <a:off x="-43" y="-76200"/>
            <a:ext cx="9144000" cy="5219700"/>
            <a:chOff x="-43" y="-76200"/>
            <a:chExt cx="9144000" cy="5219700"/>
          </a:xfrm>
        </p:grpSpPr>
        <p:cxnSp>
          <p:nvCxnSpPr>
            <p:cNvPr id="476" name="Google Shape;476;p13"/>
            <p:cNvCxnSpPr/>
            <p:nvPr/>
          </p:nvCxnSpPr>
          <p:spPr>
            <a:xfrm>
              <a:off x="21584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77" name="Google Shape;477;p13"/>
            <p:cNvCxnSpPr/>
            <p:nvPr/>
          </p:nvCxnSpPr>
          <p:spPr>
            <a:xfrm>
              <a:off x="516147"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78" name="Google Shape;478;p13"/>
            <p:cNvCxnSpPr/>
            <p:nvPr/>
          </p:nvCxnSpPr>
          <p:spPr>
            <a:xfrm>
              <a:off x="81645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79" name="Google Shape;479;p13"/>
            <p:cNvCxnSpPr/>
            <p:nvPr/>
          </p:nvCxnSpPr>
          <p:spPr>
            <a:xfrm>
              <a:off x="111675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80" name="Google Shape;480;p13"/>
            <p:cNvCxnSpPr/>
            <p:nvPr/>
          </p:nvCxnSpPr>
          <p:spPr>
            <a:xfrm>
              <a:off x="141705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81" name="Google Shape;481;p13"/>
            <p:cNvCxnSpPr/>
            <p:nvPr/>
          </p:nvCxnSpPr>
          <p:spPr>
            <a:xfrm>
              <a:off x="171736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82" name="Google Shape;482;p13"/>
            <p:cNvCxnSpPr/>
            <p:nvPr/>
          </p:nvCxnSpPr>
          <p:spPr>
            <a:xfrm>
              <a:off x="201766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83" name="Google Shape;483;p13"/>
            <p:cNvCxnSpPr/>
            <p:nvPr/>
          </p:nvCxnSpPr>
          <p:spPr>
            <a:xfrm>
              <a:off x="231796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84" name="Google Shape;484;p13"/>
            <p:cNvCxnSpPr/>
            <p:nvPr/>
          </p:nvCxnSpPr>
          <p:spPr>
            <a:xfrm>
              <a:off x="261827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85" name="Google Shape;485;p13"/>
            <p:cNvCxnSpPr/>
            <p:nvPr/>
          </p:nvCxnSpPr>
          <p:spPr>
            <a:xfrm>
              <a:off x="291857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86" name="Google Shape;486;p13"/>
            <p:cNvCxnSpPr/>
            <p:nvPr/>
          </p:nvCxnSpPr>
          <p:spPr>
            <a:xfrm>
              <a:off x="321887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87" name="Google Shape;487;p13"/>
            <p:cNvCxnSpPr/>
            <p:nvPr/>
          </p:nvCxnSpPr>
          <p:spPr>
            <a:xfrm>
              <a:off x="351918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88" name="Google Shape;488;p13"/>
            <p:cNvCxnSpPr/>
            <p:nvPr/>
          </p:nvCxnSpPr>
          <p:spPr>
            <a:xfrm>
              <a:off x="381948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89" name="Google Shape;489;p13"/>
            <p:cNvCxnSpPr/>
            <p:nvPr/>
          </p:nvCxnSpPr>
          <p:spPr>
            <a:xfrm>
              <a:off x="411978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90" name="Google Shape;490;p13"/>
            <p:cNvCxnSpPr/>
            <p:nvPr/>
          </p:nvCxnSpPr>
          <p:spPr>
            <a:xfrm>
              <a:off x="442009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91" name="Google Shape;491;p13"/>
            <p:cNvCxnSpPr/>
            <p:nvPr/>
          </p:nvCxnSpPr>
          <p:spPr>
            <a:xfrm>
              <a:off x="472039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92" name="Google Shape;492;p13"/>
            <p:cNvCxnSpPr/>
            <p:nvPr/>
          </p:nvCxnSpPr>
          <p:spPr>
            <a:xfrm>
              <a:off x="502069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93" name="Google Shape;493;p13"/>
            <p:cNvCxnSpPr/>
            <p:nvPr/>
          </p:nvCxnSpPr>
          <p:spPr>
            <a:xfrm>
              <a:off x="532100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94" name="Google Shape;494;p13"/>
            <p:cNvCxnSpPr/>
            <p:nvPr/>
          </p:nvCxnSpPr>
          <p:spPr>
            <a:xfrm>
              <a:off x="562130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95" name="Google Shape;495;p13"/>
            <p:cNvCxnSpPr/>
            <p:nvPr/>
          </p:nvCxnSpPr>
          <p:spPr>
            <a:xfrm>
              <a:off x="592160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96" name="Google Shape;496;p13"/>
            <p:cNvCxnSpPr/>
            <p:nvPr/>
          </p:nvCxnSpPr>
          <p:spPr>
            <a:xfrm>
              <a:off x="622191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97" name="Google Shape;497;p13"/>
            <p:cNvCxnSpPr/>
            <p:nvPr/>
          </p:nvCxnSpPr>
          <p:spPr>
            <a:xfrm>
              <a:off x="652221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98" name="Google Shape;498;p13"/>
            <p:cNvCxnSpPr/>
            <p:nvPr/>
          </p:nvCxnSpPr>
          <p:spPr>
            <a:xfrm>
              <a:off x="682252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499" name="Google Shape;499;p13"/>
            <p:cNvCxnSpPr/>
            <p:nvPr/>
          </p:nvCxnSpPr>
          <p:spPr>
            <a:xfrm>
              <a:off x="712282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00" name="Google Shape;500;p13"/>
            <p:cNvCxnSpPr/>
            <p:nvPr/>
          </p:nvCxnSpPr>
          <p:spPr>
            <a:xfrm>
              <a:off x="742312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01" name="Google Shape;501;p13"/>
            <p:cNvCxnSpPr/>
            <p:nvPr/>
          </p:nvCxnSpPr>
          <p:spPr>
            <a:xfrm>
              <a:off x="772343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02" name="Google Shape;502;p13"/>
            <p:cNvCxnSpPr/>
            <p:nvPr/>
          </p:nvCxnSpPr>
          <p:spPr>
            <a:xfrm>
              <a:off x="802373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03" name="Google Shape;503;p13"/>
            <p:cNvCxnSpPr/>
            <p:nvPr/>
          </p:nvCxnSpPr>
          <p:spPr>
            <a:xfrm>
              <a:off x="8324037"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04" name="Google Shape;504;p13"/>
            <p:cNvCxnSpPr/>
            <p:nvPr/>
          </p:nvCxnSpPr>
          <p:spPr>
            <a:xfrm>
              <a:off x="862434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05" name="Google Shape;505;p13"/>
            <p:cNvCxnSpPr/>
            <p:nvPr/>
          </p:nvCxnSpPr>
          <p:spPr>
            <a:xfrm>
              <a:off x="892464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06" name="Google Shape;506;p13"/>
            <p:cNvCxnSpPr/>
            <p:nvPr/>
          </p:nvCxnSpPr>
          <p:spPr>
            <a:xfrm>
              <a:off x="-43" y="3069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07" name="Google Shape;507;p13"/>
            <p:cNvCxnSpPr/>
            <p:nvPr/>
          </p:nvCxnSpPr>
          <p:spPr>
            <a:xfrm>
              <a:off x="-43" y="6105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08" name="Google Shape;508;p13"/>
            <p:cNvCxnSpPr/>
            <p:nvPr/>
          </p:nvCxnSpPr>
          <p:spPr>
            <a:xfrm>
              <a:off x="-43" y="9142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09" name="Google Shape;509;p13"/>
            <p:cNvCxnSpPr/>
            <p:nvPr/>
          </p:nvCxnSpPr>
          <p:spPr>
            <a:xfrm>
              <a:off x="-43" y="12178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10" name="Google Shape;510;p13"/>
            <p:cNvCxnSpPr/>
            <p:nvPr/>
          </p:nvCxnSpPr>
          <p:spPr>
            <a:xfrm>
              <a:off x="-43" y="15215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11" name="Google Shape;511;p13"/>
            <p:cNvCxnSpPr/>
            <p:nvPr/>
          </p:nvCxnSpPr>
          <p:spPr>
            <a:xfrm>
              <a:off x="-43" y="18251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12" name="Google Shape;512;p13"/>
            <p:cNvCxnSpPr/>
            <p:nvPr/>
          </p:nvCxnSpPr>
          <p:spPr>
            <a:xfrm>
              <a:off x="-43" y="21288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13" name="Google Shape;513;p13"/>
            <p:cNvCxnSpPr/>
            <p:nvPr/>
          </p:nvCxnSpPr>
          <p:spPr>
            <a:xfrm>
              <a:off x="-43" y="24324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14" name="Google Shape;514;p13"/>
            <p:cNvCxnSpPr/>
            <p:nvPr/>
          </p:nvCxnSpPr>
          <p:spPr>
            <a:xfrm>
              <a:off x="-43" y="27361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15" name="Google Shape;515;p13"/>
            <p:cNvCxnSpPr/>
            <p:nvPr/>
          </p:nvCxnSpPr>
          <p:spPr>
            <a:xfrm>
              <a:off x="-43" y="30397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16" name="Google Shape;516;p13"/>
            <p:cNvCxnSpPr/>
            <p:nvPr/>
          </p:nvCxnSpPr>
          <p:spPr>
            <a:xfrm>
              <a:off x="-43" y="33434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17" name="Google Shape;517;p13"/>
            <p:cNvCxnSpPr/>
            <p:nvPr/>
          </p:nvCxnSpPr>
          <p:spPr>
            <a:xfrm>
              <a:off x="-43" y="36470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18" name="Google Shape;518;p13"/>
            <p:cNvCxnSpPr/>
            <p:nvPr/>
          </p:nvCxnSpPr>
          <p:spPr>
            <a:xfrm>
              <a:off x="-43" y="39507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19" name="Google Shape;519;p13"/>
            <p:cNvCxnSpPr/>
            <p:nvPr/>
          </p:nvCxnSpPr>
          <p:spPr>
            <a:xfrm>
              <a:off x="-43" y="42543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20" name="Google Shape;520;p13"/>
            <p:cNvCxnSpPr/>
            <p:nvPr/>
          </p:nvCxnSpPr>
          <p:spPr>
            <a:xfrm>
              <a:off x="-43" y="45580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21" name="Google Shape;521;p13"/>
            <p:cNvCxnSpPr/>
            <p:nvPr/>
          </p:nvCxnSpPr>
          <p:spPr>
            <a:xfrm>
              <a:off x="-43" y="4861650"/>
              <a:ext cx="9144000" cy="0"/>
            </a:xfrm>
            <a:prstGeom prst="straightConnector1">
              <a:avLst/>
            </a:prstGeom>
            <a:noFill/>
            <a:ln w="9525" cap="flat" cmpd="sng">
              <a:solidFill>
                <a:schemeClr val="dk1"/>
              </a:solidFill>
              <a:prstDash val="solid"/>
              <a:round/>
              <a:headEnd type="none" w="med" len="med"/>
              <a:tailEnd type="none" w="med" len="med"/>
            </a:ln>
          </p:spPr>
        </p:cxnSp>
        <p:sp>
          <p:nvSpPr>
            <p:cNvPr id="522" name="Google Shape;522;p13"/>
            <p:cNvSpPr/>
            <p:nvPr/>
          </p:nvSpPr>
          <p:spPr>
            <a:xfrm>
              <a:off x="516143" y="306900"/>
              <a:ext cx="8108100" cy="45546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3" name="Google Shape;523;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sp>
        <p:nvSpPr>
          <p:cNvPr id="524" name="Google Shape;524;p13"/>
          <p:cNvSpPr txBox="1">
            <a:spLocks noGrp="1"/>
          </p:cNvSpPr>
          <p:nvPr>
            <p:ph type="title" idx="2"/>
          </p:nvPr>
        </p:nvSpPr>
        <p:spPr>
          <a:xfrm>
            <a:off x="719977" y="1987650"/>
            <a:ext cx="23055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25" name="Google Shape;525;p13"/>
          <p:cNvSpPr txBox="1">
            <a:spLocks noGrp="1"/>
          </p:cNvSpPr>
          <p:nvPr>
            <p:ph type="subTitle" idx="1"/>
          </p:nvPr>
        </p:nvSpPr>
        <p:spPr>
          <a:xfrm>
            <a:off x="720000" y="23455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26" name="Google Shape;526;p13"/>
          <p:cNvSpPr txBox="1">
            <a:spLocks noGrp="1"/>
          </p:cNvSpPr>
          <p:nvPr>
            <p:ph type="title" idx="3"/>
          </p:nvPr>
        </p:nvSpPr>
        <p:spPr>
          <a:xfrm>
            <a:off x="3419247" y="1987650"/>
            <a:ext cx="23055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27" name="Google Shape;527;p13"/>
          <p:cNvSpPr txBox="1">
            <a:spLocks noGrp="1"/>
          </p:cNvSpPr>
          <p:nvPr>
            <p:ph type="subTitle" idx="4"/>
          </p:nvPr>
        </p:nvSpPr>
        <p:spPr>
          <a:xfrm>
            <a:off x="3419269" y="23455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28" name="Google Shape;528;p13"/>
          <p:cNvSpPr txBox="1">
            <a:spLocks noGrp="1"/>
          </p:cNvSpPr>
          <p:nvPr>
            <p:ph type="title" idx="5"/>
          </p:nvPr>
        </p:nvSpPr>
        <p:spPr>
          <a:xfrm>
            <a:off x="2243977" y="3573450"/>
            <a:ext cx="23055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29" name="Google Shape;529;p13"/>
          <p:cNvSpPr txBox="1">
            <a:spLocks noGrp="1"/>
          </p:cNvSpPr>
          <p:nvPr>
            <p:ph type="subTitle" idx="6"/>
          </p:nvPr>
        </p:nvSpPr>
        <p:spPr>
          <a:xfrm>
            <a:off x="2244000" y="39313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30" name="Google Shape;530;p13"/>
          <p:cNvSpPr txBox="1">
            <a:spLocks noGrp="1"/>
          </p:cNvSpPr>
          <p:nvPr>
            <p:ph type="title" idx="7"/>
          </p:nvPr>
        </p:nvSpPr>
        <p:spPr>
          <a:xfrm>
            <a:off x="4943247" y="3573450"/>
            <a:ext cx="23055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31" name="Google Shape;531;p13"/>
          <p:cNvSpPr txBox="1">
            <a:spLocks noGrp="1"/>
          </p:cNvSpPr>
          <p:nvPr>
            <p:ph type="subTitle" idx="8"/>
          </p:nvPr>
        </p:nvSpPr>
        <p:spPr>
          <a:xfrm>
            <a:off x="4943269" y="39313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32" name="Google Shape;532;p13"/>
          <p:cNvSpPr txBox="1">
            <a:spLocks noGrp="1"/>
          </p:cNvSpPr>
          <p:nvPr>
            <p:ph type="title" idx="9"/>
          </p:nvPr>
        </p:nvSpPr>
        <p:spPr>
          <a:xfrm>
            <a:off x="6118523" y="1987650"/>
            <a:ext cx="23055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33" name="Google Shape;533;p13"/>
          <p:cNvSpPr txBox="1">
            <a:spLocks noGrp="1"/>
          </p:cNvSpPr>
          <p:nvPr>
            <p:ph type="subTitle" idx="13"/>
          </p:nvPr>
        </p:nvSpPr>
        <p:spPr>
          <a:xfrm>
            <a:off x="6118545" y="23455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34" name="Google Shape;534;p13"/>
          <p:cNvSpPr txBox="1">
            <a:spLocks noGrp="1"/>
          </p:cNvSpPr>
          <p:nvPr>
            <p:ph type="title" idx="14" hasCustomPrompt="1"/>
          </p:nvPr>
        </p:nvSpPr>
        <p:spPr>
          <a:xfrm>
            <a:off x="1446750" y="1288350"/>
            <a:ext cx="852000" cy="699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4800"/>
              <a:buNone/>
              <a:defRPr sz="3800">
                <a:solidFill>
                  <a:schemeClr val="accent2"/>
                </a:solidFill>
              </a:defRPr>
            </a:lvl1pPr>
            <a:lvl2pPr lvl="1" algn="ctr" rtl="0">
              <a:spcBef>
                <a:spcPts val="0"/>
              </a:spcBef>
              <a:spcAft>
                <a:spcPts val="0"/>
              </a:spcAft>
              <a:buClr>
                <a:schemeClr val="accent2"/>
              </a:buClr>
              <a:buSzPts val="4800"/>
              <a:buNone/>
              <a:defRPr sz="4800">
                <a:solidFill>
                  <a:schemeClr val="accent2"/>
                </a:solidFill>
              </a:defRPr>
            </a:lvl2pPr>
            <a:lvl3pPr lvl="2" algn="ctr" rtl="0">
              <a:spcBef>
                <a:spcPts val="0"/>
              </a:spcBef>
              <a:spcAft>
                <a:spcPts val="0"/>
              </a:spcAft>
              <a:buClr>
                <a:schemeClr val="accent2"/>
              </a:buClr>
              <a:buSzPts val="4800"/>
              <a:buNone/>
              <a:defRPr sz="4800">
                <a:solidFill>
                  <a:schemeClr val="accent2"/>
                </a:solidFill>
              </a:defRPr>
            </a:lvl3pPr>
            <a:lvl4pPr lvl="3" algn="ctr" rtl="0">
              <a:spcBef>
                <a:spcPts val="0"/>
              </a:spcBef>
              <a:spcAft>
                <a:spcPts val="0"/>
              </a:spcAft>
              <a:buClr>
                <a:schemeClr val="accent2"/>
              </a:buClr>
              <a:buSzPts val="4800"/>
              <a:buNone/>
              <a:defRPr sz="4800">
                <a:solidFill>
                  <a:schemeClr val="accent2"/>
                </a:solidFill>
              </a:defRPr>
            </a:lvl4pPr>
            <a:lvl5pPr lvl="4" algn="ctr" rtl="0">
              <a:spcBef>
                <a:spcPts val="0"/>
              </a:spcBef>
              <a:spcAft>
                <a:spcPts val="0"/>
              </a:spcAft>
              <a:buClr>
                <a:schemeClr val="accent2"/>
              </a:buClr>
              <a:buSzPts val="4800"/>
              <a:buNone/>
              <a:defRPr sz="4800">
                <a:solidFill>
                  <a:schemeClr val="accent2"/>
                </a:solidFill>
              </a:defRPr>
            </a:lvl5pPr>
            <a:lvl6pPr lvl="5" algn="ctr" rtl="0">
              <a:spcBef>
                <a:spcPts val="0"/>
              </a:spcBef>
              <a:spcAft>
                <a:spcPts val="0"/>
              </a:spcAft>
              <a:buClr>
                <a:schemeClr val="accent2"/>
              </a:buClr>
              <a:buSzPts val="4800"/>
              <a:buNone/>
              <a:defRPr sz="4800">
                <a:solidFill>
                  <a:schemeClr val="accent2"/>
                </a:solidFill>
              </a:defRPr>
            </a:lvl6pPr>
            <a:lvl7pPr lvl="6" algn="ctr" rtl="0">
              <a:spcBef>
                <a:spcPts val="0"/>
              </a:spcBef>
              <a:spcAft>
                <a:spcPts val="0"/>
              </a:spcAft>
              <a:buClr>
                <a:schemeClr val="accent2"/>
              </a:buClr>
              <a:buSzPts val="4800"/>
              <a:buNone/>
              <a:defRPr sz="4800">
                <a:solidFill>
                  <a:schemeClr val="accent2"/>
                </a:solidFill>
              </a:defRPr>
            </a:lvl7pPr>
            <a:lvl8pPr lvl="7" algn="ctr" rtl="0">
              <a:spcBef>
                <a:spcPts val="0"/>
              </a:spcBef>
              <a:spcAft>
                <a:spcPts val="0"/>
              </a:spcAft>
              <a:buClr>
                <a:schemeClr val="accent2"/>
              </a:buClr>
              <a:buSzPts val="4800"/>
              <a:buNone/>
              <a:defRPr sz="4800">
                <a:solidFill>
                  <a:schemeClr val="accent2"/>
                </a:solidFill>
              </a:defRPr>
            </a:lvl8pPr>
            <a:lvl9pPr lvl="8" algn="ctr" rtl="0">
              <a:spcBef>
                <a:spcPts val="0"/>
              </a:spcBef>
              <a:spcAft>
                <a:spcPts val="0"/>
              </a:spcAft>
              <a:buClr>
                <a:schemeClr val="accent2"/>
              </a:buClr>
              <a:buSzPts val="4800"/>
              <a:buNone/>
              <a:defRPr sz="4800">
                <a:solidFill>
                  <a:schemeClr val="accent2"/>
                </a:solidFill>
              </a:defRPr>
            </a:lvl9pPr>
          </a:lstStyle>
          <a:p>
            <a:r>
              <a:t>xx%</a:t>
            </a:r>
          </a:p>
        </p:txBody>
      </p:sp>
      <p:sp>
        <p:nvSpPr>
          <p:cNvPr id="535" name="Google Shape;535;p13"/>
          <p:cNvSpPr txBox="1">
            <a:spLocks noGrp="1"/>
          </p:cNvSpPr>
          <p:nvPr>
            <p:ph type="title" idx="15" hasCustomPrompt="1"/>
          </p:nvPr>
        </p:nvSpPr>
        <p:spPr>
          <a:xfrm>
            <a:off x="4146025" y="1288350"/>
            <a:ext cx="852000" cy="699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4800"/>
              <a:buNone/>
              <a:defRPr sz="3800">
                <a:solidFill>
                  <a:schemeClr val="accent2"/>
                </a:solidFill>
              </a:defRPr>
            </a:lvl1pPr>
            <a:lvl2pPr lvl="1" algn="ctr" rtl="0">
              <a:spcBef>
                <a:spcPts val="0"/>
              </a:spcBef>
              <a:spcAft>
                <a:spcPts val="0"/>
              </a:spcAft>
              <a:buClr>
                <a:schemeClr val="accent2"/>
              </a:buClr>
              <a:buSzPts val="4800"/>
              <a:buNone/>
              <a:defRPr sz="4800">
                <a:solidFill>
                  <a:schemeClr val="accent2"/>
                </a:solidFill>
              </a:defRPr>
            </a:lvl2pPr>
            <a:lvl3pPr lvl="2" algn="ctr" rtl="0">
              <a:spcBef>
                <a:spcPts val="0"/>
              </a:spcBef>
              <a:spcAft>
                <a:spcPts val="0"/>
              </a:spcAft>
              <a:buClr>
                <a:schemeClr val="accent2"/>
              </a:buClr>
              <a:buSzPts val="4800"/>
              <a:buNone/>
              <a:defRPr sz="4800">
                <a:solidFill>
                  <a:schemeClr val="accent2"/>
                </a:solidFill>
              </a:defRPr>
            </a:lvl3pPr>
            <a:lvl4pPr lvl="3" algn="ctr" rtl="0">
              <a:spcBef>
                <a:spcPts val="0"/>
              </a:spcBef>
              <a:spcAft>
                <a:spcPts val="0"/>
              </a:spcAft>
              <a:buClr>
                <a:schemeClr val="accent2"/>
              </a:buClr>
              <a:buSzPts val="4800"/>
              <a:buNone/>
              <a:defRPr sz="4800">
                <a:solidFill>
                  <a:schemeClr val="accent2"/>
                </a:solidFill>
              </a:defRPr>
            </a:lvl4pPr>
            <a:lvl5pPr lvl="4" algn="ctr" rtl="0">
              <a:spcBef>
                <a:spcPts val="0"/>
              </a:spcBef>
              <a:spcAft>
                <a:spcPts val="0"/>
              </a:spcAft>
              <a:buClr>
                <a:schemeClr val="accent2"/>
              </a:buClr>
              <a:buSzPts val="4800"/>
              <a:buNone/>
              <a:defRPr sz="4800">
                <a:solidFill>
                  <a:schemeClr val="accent2"/>
                </a:solidFill>
              </a:defRPr>
            </a:lvl5pPr>
            <a:lvl6pPr lvl="5" algn="ctr" rtl="0">
              <a:spcBef>
                <a:spcPts val="0"/>
              </a:spcBef>
              <a:spcAft>
                <a:spcPts val="0"/>
              </a:spcAft>
              <a:buClr>
                <a:schemeClr val="accent2"/>
              </a:buClr>
              <a:buSzPts val="4800"/>
              <a:buNone/>
              <a:defRPr sz="4800">
                <a:solidFill>
                  <a:schemeClr val="accent2"/>
                </a:solidFill>
              </a:defRPr>
            </a:lvl6pPr>
            <a:lvl7pPr lvl="6" algn="ctr" rtl="0">
              <a:spcBef>
                <a:spcPts val="0"/>
              </a:spcBef>
              <a:spcAft>
                <a:spcPts val="0"/>
              </a:spcAft>
              <a:buClr>
                <a:schemeClr val="accent2"/>
              </a:buClr>
              <a:buSzPts val="4800"/>
              <a:buNone/>
              <a:defRPr sz="4800">
                <a:solidFill>
                  <a:schemeClr val="accent2"/>
                </a:solidFill>
              </a:defRPr>
            </a:lvl7pPr>
            <a:lvl8pPr lvl="7" algn="ctr" rtl="0">
              <a:spcBef>
                <a:spcPts val="0"/>
              </a:spcBef>
              <a:spcAft>
                <a:spcPts val="0"/>
              </a:spcAft>
              <a:buClr>
                <a:schemeClr val="accent2"/>
              </a:buClr>
              <a:buSzPts val="4800"/>
              <a:buNone/>
              <a:defRPr sz="4800">
                <a:solidFill>
                  <a:schemeClr val="accent2"/>
                </a:solidFill>
              </a:defRPr>
            </a:lvl8pPr>
            <a:lvl9pPr lvl="8" algn="ctr" rtl="0">
              <a:spcBef>
                <a:spcPts val="0"/>
              </a:spcBef>
              <a:spcAft>
                <a:spcPts val="0"/>
              </a:spcAft>
              <a:buClr>
                <a:schemeClr val="accent2"/>
              </a:buClr>
              <a:buSzPts val="4800"/>
              <a:buNone/>
              <a:defRPr sz="4800">
                <a:solidFill>
                  <a:schemeClr val="accent2"/>
                </a:solidFill>
              </a:defRPr>
            </a:lvl9pPr>
          </a:lstStyle>
          <a:p>
            <a:r>
              <a:t>xx%</a:t>
            </a:r>
          </a:p>
        </p:txBody>
      </p:sp>
      <p:sp>
        <p:nvSpPr>
          <p:cNvPr id="536" name="Google Shape;536;p13"/>
          <p:cNvSpPr txBox="1">
            <a:spLocks noGrp="1"/>
          </p:cNvSpPr>
          <p:nvPr>
            <p:ph type="title" idx="16" hasCustomPrompt="1"/>
          </p:nvPr>
        </p:nvSpPr>
        <p:spPr>
          <a:xfrm>
            <a:off x="6845300" y="1288350"/>
            <a:ext cx="852000" cy="699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4800"/>
              <a:buNone/>
              <a:defRPr sz="3800">
                <a:solidFill>
                  <a:schemeClr val="accent2"/>
                </a:solidFill>
              </a:defRPr>
            </a:lvl1pPr>
            <a:lvl2pPr lvl="1" algn="ctr" rtl="0">
              <a:spcBef>
                <a:spcPts val="0"/>
              </a:spcBef>
              <a:spcAft>
                <a:spcPts val="0"/>
              </a:spcAft>
              <a:buClr>
                <a:schemeClr val="accent2"/>
              </a:buClr>
              <a:buSzPts val="4800"/>
              <a:buNone/>
              <a:defRPr sz="4800">
                <a:solidFill>
                  <a:schemeClr val="accent2"/>
                </a:solidFill>
              </a:defRPr>
            </a:lvl2pPr>
            <a:lvl3pPr lvl="2" algn="ctr" rtl="0">
              <a:spcBef>
                <a:spcPts val="0"/>
              </a:spcBef>
              <a:spcAft>
                <a:spcPts val="0"/>
              </a:spcAft>
              <a:buClr>
                <a:schemeClr val="accent2"/>
              </a:buClr>
              <a:buSzPts val="4800"/>
              <a:buNone/>
              <a:defRPr sz="4800">
                <a:solidFill>
                  <a:schemeClr val="accent2"/>
                </a:solidFill>
              </a:defRPr>
            </a:lvl3pPr>
            <a:lvl4pPr lvl="3" algn="ctr" rtl="0">
              <a:spcBef>
                <a:spcPts val="0"/>
              </a:spcBef>
              <a:spcAft>
                <a:spcPts val="0"/>
              </a:spcAft>
              <a:buClr>
                <a:schemeClr val="accent2"/>
              </a:buClr>
              <a:buSzPts val="4800"/>
              <a:buNone/>
              <a:defRPr sz="4800">
                <a:solidFill>
                  <a:schemeClr val="accent2"/>
                </a:solidFill>
              </a:defRPr>
            </a:lvl4pPr>
            <a:lvl5pPr lvl="4" algn="ctr" rtl="0">
              <a:spcBef>
                <a:spcPts val="0"/>
              </a:spcBef>
              <a:spcAft>
                <a:spcPts val="0"/>
              </a:spcAft>
              <a:buClr>
                <a:schemeClr val="accent2"/>
              </a:buClr>
              <a:buSzPts val="4800"/>
              <a:buNone/>
              <a:defRPr sz="4800">
                <a:solidFill>
                  <a:schemeClr val="accent2"/>
                </a:solidFill>
              </a:defRPr>
            </a:lvl5pPr>
            <a:lvl6pPr lvl="5" algn="ctr" rtl="0">
              <a:spcBef>
                <a:spcPts val="0"/>
              </a:spcBef>
              <a:spcAft>
                <a:spcPts val="0"/>
              </a:spcAft>
              <a:buClr>
                <a:schemeClr val="accent2"/>
              </a:buClr>
              <a:buSzPts val="4800"/>
              <a:buNone/>
              <a:defRPr sz="4800">
                <a:solidFill>
                  <a:schemeClr val="accent2"/>
                </a:solidFill>
              </a:defRPr>
            </a:lvl6pPr>
            <a:lvl7pPr lvl="6" algn="ctr" rtl="0">
              <a:spcBef>
                <a:spcPts val="0"/>
              </a:spcBef>
              <a:spcAft>
                <a:spcPts val="0"/>
              </a:spcAft>
              <a:buClr>
                <a:schemeClr val="accent2"/>
              </a:buClr>
              <a:buSzPts val="4800"/>
              <a:buNone/>
              <a:defRPr sz="4800">
                <a:solidFill>
                  <a:schemeClr val="accent2"/>
                </a:solidFill>
              </a:defRPr>
            </a:lvl7pPr>
            <a:lvl8pPr lvl="7" algn="ctr" rtl="0">
              <a:spcBef>
                <a:spcPts val="0"/>
              </a:spcBef>
              <a:spcAft>
                <a:spcPts val="0"/>
              </a:spcAft>
              <a:buClr>
                <a:schemeClr val="accent2"/>
              </a:buClr>
              <a:buSzPts val="4800"/>
              <a:buNone/>
              <a:defRPr sz="4800">
                <a:solidFill>
                  <a:schemeClr val="accent2"/>
                </a:solidFill>
              </a:defRPr>
            </a:lvl8pPr>
            <a:lvl9pPr lvl="8" algn="ctr" rtl="0">
              <a:spcBef>
                <a:spcPts val="0"/>
              </a:spcBef>
              <a:spcAft>
                <a:spcPts val="0"/>
              </a:spcAft>
              <a:buClr>
                <a:schemeClr val="accent2"/>
              </a:buClr>
              <a:buSzPts val="4800"/>
              <a:buNone/>
              <a:defRPr sz="4800">
                <a:solidFill>
                  <a:schemeClr val="accent2"/>
                </a:solidFill>
              </a:defRPr>
            </a:lvl9pPr>
          </a:lstStyle>
          <a:p>
            <a:r>
              <a:t>xx%</a:t>
            </a:r>
          </a:p>
        </p:txBody>
      </p:sp>
      <p:sp>
        <p:nvSpPr>
          <p:cNvPr id="537" name="Google Shape;537;p13"/>
          <p:cNvSpPr txBox="1">
            <a:spLocks noGrp="1"/>
          </p:cNvSpPr>
          <p:nvPr>
            <p:ph type="title" idx="17" hasCustomPrompt="1"/>
          </p:nvPr>
        </p:nvSpPr>
        <p:spPr>
          <a:xfrm>
            <a:off x="2970738" y="2859750"/>
            <a:ext cx="852000" cy="699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4800"/>
              <a:buNone/>
              <a:defRPr sz="3800">
                <a:solidFill>
                  <a:schemeClr val="accent2"/>
                </a:solidFill>
              </a:defRPr>
            </a:lvl1pPr>
            <a:lvl2pPr lvl="1" algn="ctr" rtl="0">
              <a:spcBef>
                <a:spcPts val="0"/>
              </a:spcBef>
              <a:spcAft>
                <a:spcPts val="0"/>
              </a:spcAft>
              <a:buClr>
                <a:schemeClr val="accent2"/>
              </a:buClr>
              <a:buSzPts val="4800"/>
              <a:buNone/>
              <a:defRPr sz="4800">
                <a:solidFill>
                  <a:schemeClr val="accent2"/>
                </a:solidFill>
              </a:defRPr>
            </a:lvl2pPr>
            <a:lvl3pPr lvl="2" algn="ctr" rtl="0">
              <a:spcBef>
                <a:spcPts val="0"/>
              </a:spcBef>
              <a:spcAft>
                <a:spcPts val="0"/>
              </a:spcAft>
              <a:buClr>
                <a:schemeClr val="accent2"/>
              </a:buClr>
              <a:buSzPts val="4800"/>
              <a:buNone/>
              <a:defRPr sz="4800">
                <a:solidFill>
                  <a:schemeClr val="accent2"/>
                </a:solidFill>
              </a:defRPr>
            </a:lvl3pPr>
            <a:lvl4pPr lvl="3" algn="ctr" rtl="0">
              <a:spcBef>
                <a:spcPts val="0"/>
              </a:spcBef>
              <a:spcAft>
                <a:spcPts val="0"/>
              </a:spcAft>
              <a:buClr>
                <a:schemeClr val="accent2"/>
              </a:buClr>
              <a:buSzPts val="4800"/>
              <a:buNone/>
              <a:defRPr sz="4800">
                <a:solidFill>
                  <a:schemeClr val="accent2"/>
                </a:solidFill>
              </a:defRPr>
            </a:lvl4pPr>
            <a:lvl5pPr lvl="4" algn="ctr" rtl="0">
              <a:spcBef>
                <a:spcPts val="0"/>
              </a:spcBef>
              <a:spcAft>
                <a:spcPts val="0"/>
              </a:spcAft>
              <a:buClr>
                <a:schemeClr val="accent2"/>
              </a:buClr>
              <a:buSzPts val="4800"/>
              <a:buNone/>
              <a:defRPr sz="4800">
                <a:solidFill>
                  <a:schemeClr val="accent2"/>
                </a:solidFill>
              </a:defRPr>
            </a:lvl5pPr>
            <a:lvl6pPr lvl="5" algn="ctr" rtl="0">
              <a:spcBef>
                <a:spcPts val="0"/>
              </a:spcBef>
              <a:spcAft>
                <a:spcPts val="0"/>
              </a:spcAft>
              <a:buClr>
                <a:schemeClr val="accent2"/>
              </a:buClr>
              <a:buSzPts val="4800"/>
              <a:buNone/>
              <a:defRPr sz="4800">
                <a:solidFill>
                  <a:schemeClr val="accent2"/>
                </a:solidFill>
              </a:defRPr>
            </a:lvl6pPr>
            <a:lvl7pPr lvl="6" algn="ctr" rtl="0">
              <a:spcBef>
                <a:spcPts val="0"/>
              </a:spcBef>
              <a:spcAft>
                <a:spcPts val="0"/>
              </a:spcAft>
              <a:buClr>
                <a:schemeClr val="accent2"/>
              </a:buClr>
              <a:buSzPts val="4800"/>
              <a:buNone/>
              <a:defRPr sz="4800">
                <a:solidFill>
                  <a:schemeClr val="accent2"/>
                </a:solidFill>
              </a:defRPr>
            </a:lvl7pPr>
            <a:lvl8pPr lvl="7" algn="ctr" rtl="0">
              <a:spcBef>
                <a:spcPts val="0"/>
              </a:spcBef>
              <a:spcAft>
                <a:spcPts val="0"/>
              </a:spcAft>
              <a:buClr>
                <a:schemeClr val="accent2"/>
              </a:buClr>
              <a:buSzPts val="4800"/>
              <a:buNone/>
              <a:defRPr sz="4800">
                <a:solidFill>
                  <a:schemeClr val="accent2"/>
                </a:solidFill>
              </a:defRPr>
            </a:lvl8pPr>
            <a:lvl9pPr lvl="8" algn="ctr" rtl="0">
              <a:spcBef>
                <a:spcPts val="0"/>
              </a:spcBef>
              <a:spcAft>
                <a:spcPts val="0"/>
              </a:spcAft>
              <a:buClr>
                <a:schemeClr val="accent2"/>
              </a:buClr>
              <a:buSzPts val="4800"/>
              <a:buNone/>
              <a:defRPr sz="4800">
                <a:solidFill>
                  <a:schemeClr val="accent2"/>
                </a:solidFill>
              </a:defRPr>
            </a:lvl9pPr>
          </a:lstStyle>
          <a:p>
            <a:r>
              <a:t>xx%</a:t>
            </a:r>
          </a:p>
        </p:txBody>
      </p:sp>
      <p:sp>
        <p:nvSpPr>
          <p:cNvPr id="538" name="Google Shape;538;p13"/>
          <p:cNvSpPr txBox="1">
            <a:spLocks noGrp="1"/>
          </p:cNvSpPr>
          <p:nvPr>
            <p:ph type="title" idx="18" hasCustomPrompt="1"/>
          </p:nvPr>
        </p:nvSpPr>
        <p:spPr>
          <a:xfrm>
            <a:off x="5670013" y="2859750"/>
            <a:ext cx="852000" cy="699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4800"/>
              <a:buNone/>
              <a:defRPr sz="3800">
                <a:solidFill>
                  <a:schemeClr val="accent2"/>
                </a:solidFill>
              </a:defRPr>
            </a:lvl1pPr>
            <a:lvl2pPr lvl="1" algn="ctr" rtl="0">
              <a:spcBef>
                <a:spcPts val="0"/>
              </a:spcBef>
              <a:spcAft>
                <a:spcPts val="0"/>
              </a:spcAft>
              <a:buClr>
                <a:schemeClr val="accent2"/>
              </a:buClr>
              <a:buSzPts val="4800"/>
              <a:buNone/>
              <a:defRPr sz="4800">
                <a:solidFill>
                  <a:schemeClr val="accent2"/>
                </a:solidFill>
              </a:defRPr>
            </a:lvl2pPr>
            <a:lvl3pPr lvl="2" algn="ctr" rtl="0">
              <a:spcBef>
                <a:spcPts val="0"/>
              </a:spcBef>
              <a:spcAft>
                <a:spcPts val="0"/>
              </a:spcAft>
              <a:buClr>
                <a:schemeClr val="accent2"/>
              </a:buClr>
              <a:buSzPts val="4800"/>
              <a:buNone/>
              <a:defRPr sz="4800">
                <a:solidFill>
                  <a:schemeClr val="accent2"/>
                </a:solidFill>
              </a:defRPr>
            </a:lvl3pPr>
            <a:lvl4pPr lvl="3" algn="ctr" rtl="0">
              <a:spcBef>
                <a:spcPts val="0"/>
              </a:spcBef>
              <a:spcAft>
                <a:spcPts val="0"/>
              </a:spcAft>
              <a:buClr>
                <a:schemeClr val="accent2"/>
              </a:buClr>
              <a:buSzPts val="4800"/>
              <a:buNone/>
              <a:defRPr sz="4800">
                <a:solidFill>
                  <a:schemeClr val="accent2"/>
                </a:solidFill>
              </a:defRPr>
            </a:lvl4pPr>
            <a:lvl5pPr lvl="4" algn="ctr" rtl="0">
              <a:spcBef>
                <a:spcPts val="0"/>
              </a:spcBef>
              <a:spcAft>
                <a:spcPts val="0"/>
              </a:spcAft>
              <a:buClr>
                <a:schemeClr val="accent2"/>
              </a:buClr>
              <a:buSzPts val="4800"/>
              <a:buNone/>
              <a:defRPr sz="4800">
                <a:solidFill>
                  <a:schemeClr val="accent2"/>
                </a:solidFill>
              </a:defRPr>
            </a:lvl5pPr>
            <a:lvl6pPr lvl="5" algn="ctr" rtl="0">
              <a:spcBef>
                <a:spcPts val="0"/>
              </a:spcBef>
              <a:spcAft>
                <a:spcPts val="0"/>
              </a:spcAft>
              <a:buClr>
                <a:schemeClr val="accent2"/>
              </a:buClr>
              <a:buSzPts val="4800"/>
              <a:buNone/>
              <a:defRPr sz="4800">
                <a:solidFill>
                  <a:schemeClr val="accent2"/>
                </a:solidFill>
              </a:defRPr>
            </a:lvl6pPr>
            <a:lvl7pPr lvl="6" algn="ctr" rtl="0">
              <a:spcBef>
                <a:spcPts val="0"/>
              </a:spcBef>
              <a:spcAft>
                <a:spcPts val="0"/>
              </a:spcAft>
              <a:buClr>
                <a:schemeClr val="accent2"/>
              </a:buClr>
              <a:buSzPts val="4800"/>
              <a:buNone/>
              <a:defRPr sz="4800">
                <a:solidFill>
                  <a:schemeClr val="accent2"/>
                </a:solidFill>
              </a:defRPr>
            </a:lvl7pPr>
            <a:lvl8pPr lvl="7" algn="ctr" rtl="0">
              <a:spcBef>
                <a:spcPts val="0"/>
              </a:spcBef>
              <a:spcAft>
                <a:spcPts val="0"/>
              </a:spcAft>
              <a:buClr>
                <a:schemeClr val="accent2"/>
              </a:buClr>
              <a:buSzPts val="4800"/>
              <a:buNone/>
              <a:defRPr sz="4800">
                <a:solidFill>
                  <a:schemeClr val="accent2"/>
                </a:solidFill>
              </a:defRPr>
            </a:lvl8pPr>
            <a:lvl9pPr lvl="8" algn="ctr" rtl="0">
              <a:spcBef>
                <a:spcPts val="0"/>
              </a:spcBef>
              <a:spcAft>
                <a:spcPts val="0"/>
              </a:spcAft>
              <a:buClr>
                <a:schemeClr val="accent2"/>
              </a:buClr>
              <a:buSzPts val="4800"/>
              <a:buNone/>
              <a:defRPr sz="4800">
                <a:solidFill>
                  <a:schemeClr val="accent2"/>
                </a:solidFill>
              </a:defRPr>
            </a:lvl9pPr>
          </a:lstStyle>
          <a:p>
            <a:r>
              <a:t>xx%</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p:cSld name="CUSTOM_1">
    <p:spTree>
      <p:nvGrpSpPr>
        <p:cNvPr id="1" name="Shape 539"/>
        <p:cNvGrpSpPr/>
        <p:nvPr/>
      </p:nvGrpSpPr>
      <p:grpSpPr>
        <a:xfrm>
          <a:off x="0" y="0"/>
          <a:ext cx="0" cy="0"/>
          <a:chOff x="0" y="0"/>
          <a:chExt cx="0" cy="0"/>
        </a:xfrm>
      </p:grpSpPr>
      <p:grpSp>
        <p:nvGrpSpPr>
          <p:cNvPr id="540" name="Google Shape;540;p14"/>
          <p:cNvGrpSpPr/>
          <p:nvPr/>
        </p:nvGrpSpPr>
        <p:grpSpPr>
          <a:xfrm>
            <a:off x="-43" y="-76200"/>
            <a:ext cx="9144000" cy="5219700"/>
            <a:chOff x="-43" y="-76200"/>
            <a:chExt cx="9144000" cy="5219700"/>
          </a:xfrm>
        </p:grpSpPr>
        <p:cxnSp>
          <p:nvCxnSpPr>
            <p:cNvPr id="541" name="Google Shape;541;p14"/>
            <p:cNvCxnSpPr/>
            <p:nvPr/>
          </p:nvCxnSpPr>
          <p:spPr>
            <a:xfrm>
              <a:off x="21584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42" name="Google Shape;542;p14"/>
            <p:cNvCxnSpPr/>
            <p:nvPr/>
          </p:nvCxnSpPr>
          <p:spPr>
            <a:xfrm>
              <a:off x="516147"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43" name="Google Shape;543;p14"/>
            <p:cNvCxnSpPr/>
            <p:nvPr/>
          </p:nvCxnSpPr>
          <p:spPr>
            <a:xfrm>
              <a:off x="81645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44" name="Google Shape;544;p14"/>
            <p:cNvCxnSpPr/>
            <p:nvPr/>
          </p:nvCxnSpPr>
          <p:spPr>
            <a:xfrm>
              <a:off x="111675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45" name="Google Shape;545;p14"/>
            <p:cNvCxnSpPr/>
            <p:nvPr/>
          </p:nvCxnSpPr>
          <p:spPr>
            <a:xfrm>
              <a:off x="141705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46" name="Google Shape;546;p14"/>
            <p:cNvCxnSpPr/>
            <p:nvPr/>
          </p:nvCxnSpPr>
          <p:spPr>
            <a:xfrm>
              <a:off x="171736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47" name="Google Shape;547;p14"/>
            <p:cNvCxnSpPr/>
            <p:nvPr/>
          </p:nvCxnSpPr>
          <p:spPr>
            <a:xfrm>
              <a:off x="201766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48" name="Google Shape;548;p14"/>
            <p:cNvCxnSpPr/>
            <p:nvPr/>
          </p:nvCxnSpPr>
          <p:spPr>
            <a:xfrm>
              <a:off x="231796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49" name="Google Shape;549;p14"/>
            <p:cNvCxnSpPr/>
            <p:nvPr/>
          </p:nvCxnSpPr>
          <p:spPr>
            <a:xfrm>
              <a:off x="261827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50" name="Google Shape;550;p14"/>
            <p:cNvCxnSpPr/>
            <p:nvPr/>
          </p:nvCxnSpPr>
          <p:spPr>
            <a:xfrm>
              <a:off x="291857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51" name="Google Shape;551;p14"/>
            <p:cNvCxnSpPr/>
            <p:nvPr/>
          </p:nvCxnSpPr>
          <p:spPr>
            <a:xfrm>
              <a:off x="321887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52" name="Google Shape;552;p14"/>
            <p:cNvCxnSpPr/>
            <p:nvPr/>
          </p:nvCxnSpPr>
          <p:spPr>
            <a:xfrm>
              <a:off x="351918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53" name="Google Shape;553;p14"/>
            <p:cNvCxnSpPr/>
            <p:nvPr/>
          </p:nvCxnSpPr>
          <p:spPr>
            <a:xfrm>
              <a:off x="381948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54" name="Google Shape;554;p14"/>
            <p:cNvCxnSpPr/>
            <p:nvPr/>
          </p:nvCxnSpPr>
          <p:spPr>
            <a:xfrm>
              <a:off x="411978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55" name="Google Shape;555;p14"/>
            <p:cNvCxnSpPr/>
            <p:nvPr/>
          </p:nvCxnSpPr>
          <p:spPr>
            <a:xfrm>
              <a:off x="442009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56" name="Google Shape;556;p14"/>
            <p:cNvCxnSpPr/>
            <p:nvPr/>
          </p:nvCxnSpPr>
          <p:spPr>
            <a:xfrm>
              <a:off x="472039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57" name="Google Shape;557;p14"/>
            <p:cNvCxnSpPr/>
            <p:nvPr/>
          </p:nvCxnSpPr>
          <p:spPr>
            <a:xfrm>
              <a:off x="502069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58" name="Google Shape;558;p14"/>
            <p:cNvCxnSpPr/>
            <p:nvPr/>
          </p:nvCxnSpPr>
          <p:spPr>
            <a:xfrm>
              <a:off x="532100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59" name="Google Shape;559;p14"/>
            <p:cNvCxnSpPr/>
            <p:nvPr/>
          </p:nvCxnSpPr>
          <p:spPr>
            <a:xfrm>
              <a:off x="562130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60" name="Google Shape;560;p14"/>
            <p:cNvCxnSpPr/>
            <p:nvPr/>
          </p:nvCxnSpPr>
          <p:spPr>
            <a:xfrm>
              <a:off x="592160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61" name="Google Shape;561;p14"/>
            <p:cNvCxnSpPr/>
            <p:nvPr/>
          </p:nvCxnSpPr>
          <p:spPr>
            <a:xfrm>
              <a:off x="622191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62" name="Google Shape;562;p14"/>
            <p:cNvCxnSpPr/>
            <p:nvPr/>
          </p:nvCxnSpPr>
          <p:spPr>
            <a:xfrm>
              <a:off x="652221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63" name="Google Shape;563;p14"/>
            <p:cNvCxnSpPr/>
            <p:nvPr/>
          </p:nvCxnSpPr>
          <p:spPr>
            <a:xfrm>
              <a:off x="682252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64" name="Google Shape;564;p14"/>
            <p:cNvCxnSpPr/>
            <p:nvPr/>
          </p:nvCxnSpPr>
          <p:spPr>
            <a:xfrm>
              <a:off x="712282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65" name="Google Shape;565;p14"/>
            <p:cNvCxnSpPr/>
            <p:nvPr/>
          </p:nvCxnSpPr>
          <p:spPr>
            <a:xfrm>
              <a:off x="742312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66" name="Google Shape;566;p14"/>
            <p:cNvCxnSpPr/>
            <p:nvPr/>
          </p:nvCxnSpPr>
          <p:spPr>
            <a:xfrm>
              <a:off x="772343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67" name="Google Shape;567;p14"/>
            <p:cNvCxnSpPr/>
            <p:nvPr/>
          </p:nvCxnSpPr>
          <p:spPr>
            <a:xfrm>
              <a:off x="802373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68" name="Google Shape;568;p14"/>
            <p:cNvCxnSpPr/>
            <p:nvPr/>
          </p:nvCxnSpPr>
          <p:spPr>
            <a:xfrm>
              <a:off x="8324037"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69" name="Google Shape;569;p14"/>
            <p:cNvCxnSpPr/>
            <p:nvPr/>
          </p:nvCxnSpPr>
          <p:spPr>
            <a:xfrm>
              <a:off x="862434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70" name="Google Shape;570;p14"/>
            <p:cNvCxnSpPr/>
            <p:nvPr/>
          </p:nvCxnSpPr>
          <p:spPr>
            <a:xfrm>
              <a:off x="892464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71" name="Google Shape;571;p14"/>
            <p:cNvCxnSpPr/>
            <p:nvPr/>
          </p:nvCxnSpPr>
          <p:spPr>
            <a:xfrm>
              <a:off x="-43" y="3069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72" name="Google Shape;572;p14"/>
            <p:cNvCxnSpPr/>
            <p:nvPr/>
          </p:nvCxnSpPr>
          <p:spPr>
            <a:xfrm>
              <a:off x="-43" y="6105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73" name="Google Shape;573;p14"/>
            <p:cNvCxnSpPr/>
            <p:nvPr/>
          </p:nvCxnSpPr>
          <p:spPr>
            <a:xfrm>
              <a:off x="-43" y="9142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74" name="Google Shape;574;p14"/>
            <p:cNvCxnSpPr/>
            <p:nvPr/>
          </p:nvCxnSpPr>
          <p:spPr>
            <a:xfrm>
              <a:off x="-43" y="12178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75" name="Google Shape;575;p14"/>
            <p:cNvCxnSpPr/>
            <p:nvPr/>
          </p:nvCxnSpPr>
          <p:spPr>
            <a:xfrm>
              <a:off x="-43" y="15215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76" name="Google Shape;576;p14"/>
            <p:cNvCxnSpPr/>
            <p:nvPr/>
          </p:nvCxnSpPr>
          <p:spPr>
            <a:xfrm>
              <a:off x="-43" y="18251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77" name="Google Shape;577;p14"/>
            <p:cNvCxnSpPr/>
            <p:nvPr/>
          </p:nvCxnSpPr>
          <p:spPr>
            <a:xfrm>
              <a:off x="-43" y="21288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78" name="Google Shape;578;p14"/>
            <p:cNvCxnSpPr/>
            <p:nvPr/>
          </p:nvCxnSpPr>
          <p:spPr>
            <a:xfrm>
              <a:off x="-43" y="24324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79" name="Google Shape;579;p14"/>
            <p:cNvCxnSpPr/>
            <p:nvPr/>
          </p:nvCxnSpPr>
          <p:spPr>
            <a:xfrm>
              <a:off x="-43" y="27361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80" name="Google Shape;580;p14"/>
            <p:cNvCxnSpPr/>
            <p:nvPr/>
          </p:nvCxnSpPr>
          <p:spPr>
            <a:xfrm>
              <a:off x="-43" y="30397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81" name="Google Shape;581;p14"/>
            <p:cNvCxnSpPr/>
            <p:nvPr/>
          </p:nvCxnSpPr>
          <p:spPr>
            <a:xfrm>
              <a:off x="-43" y="33434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82" name="Google Shape;582;p14"/>
            <p:cNvCxnSpPr/>
            <p:nvPr/>
          </p:nvCxnSpPr>
          <p:spPr>
            <a:xfrm>
              <a:off x="-43" y="36470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83" name="Google Shape;583;p14"/>
            <p:cNvCxnSpPr/>
            <p:nvPr/>
          </p:nvCxnSpPr>
          <p:spPr>
            <a:xfrm>
              <a:off x="-43" y="39507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84" name="Google Shape;584;p14"/>
            <p:cNvCxnSpPr/>
            <p:nvPr/>
          </p:nvCxnSpPr>
          <p:spPr>
            <a:xfrm>
              <a:off x="-43" y="42543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85" name="Google Shape;585;p14"/>
            <p:cNvCxnSpPr/>
            <p:nvPr/>
          </p:nvCxnSpPr>
          <p:spPr>
            <a:xfrm>
              <a:off x="-43" y="45580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586" name="Google Shape;586;p14"/>
            <p:cNvCxnSpPr/>
            <p:nvPr/>
          </p:nvCxnSpPr>
          <p:spPr>
            <a:xfrm>
              <a:off x="-43" y="4861650"/>
              <a:ext cx="9144000" cy="0"/>
            </a:xfrm>
            <a:prstGeom prst="straightConnector1">
              <a:avLst/>
            </a:prstGeom>
            <a:noFill/>
            <a:ln w="9525" cap="flat" cmpd="sng">
              <a:solidFill>
                <a:schemeClr val="dk1"/>
              </a:solidFill>
              <a:prstDash val="solid"/>
              <a:round/>
              <a:headEnd type="none" w="med" len="med"/>
              <a:tailEnd type="none" w="med" len="med"/>
            </a:ln>
          </p:spPr>
        </p:cxnSp>
        <p:sp>
          <p:nvSpPr>
            <p:cNvPr id="587" name="Google Shape;587;p14"/>
            <p:cNvSpPr/>
            <p:nvPr/>
          </p:nvSpPr>
          <p:spPr>
            <a:xfrm>
              <a:off x="516143" y="306900"/>
              <a:ext cx="8108100" cy="45546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8" name="Google Shape;588;p14"/>
          <p:cNvSpPr txBox="1">
            <a:spLocks noGrp="1"/>
          </p:cNvSpPr>
          <p:nvPr>
            <p:ph type="title"/>
          </p:nvPr>
        </p:nvSpPr>
        <p:spPr>
          <a:xfrm>
            <a:off x="851250" y="1189050"/>
            <a:ext cx="5765100" cy="1964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12500">
                <a:solidFill>
                  <a:schemeClr val="accent2"/>
                </a:solidFill>
              </a:defRPr>
            </a:lvl1pPr>
            <a:lvl2pPr lvl="1" algn="ctr" rtl="0">
              <a:spcBef>
                <a:spcPts val="0"/>
              </a:spcBef>
              <a:spcAft>
                <a:spcPts val="0"/>
              </a:spcAft>
              <a:buSzPts val="2900"/>
              <a:buNone/>
              <a:defRPr/>
            </a:lvl2pPr>
            <a:lvl3pPr lvl="2" algn="ctr" rtl="0">
              <a:spcBef>
                <a:spcPts val="0"/>
              </a:spcBef>
              <a:spcAft>
                <a:spcPts val="0"/>
              </a:spcAft>
              <a:buSzPts val="2900"/>
              <a:buNone/>
              <a:defRPr/>
            </a:lvl3pPr>
            <a:lvl4pPr lvl="3" algn="ctr" rtl="0">
              <a:spcBef>
                <a:spcPts val="0"/>
              </a:spcBef>
              <a:spcAft>
                <a:spcPts val="0"/>
              </a:spcAft>
              <a:buSzPts val="2900"/>
              <a:buNone/>
              <a:defRPr/>
            </a:lvl4pPr>
            <a:lvl5pPr lvl="4" algn="ctr" rtl="0">
              <a:spcBef>
                <a:spcPts val="0"/>
              </a:spcBef>
              <a:spcAft>
                <a:spcPts val="0"/>
              </a:spcAft>
              <a:buSzPts val="2900"/>
              <a:buNone/>
              <a:defRPr/>
            </a:lvl5pPr>
            <a:lvl6pPr lvl="5" algn="ctr" rtl="0">
              <a:spcBef>
                <a:spcPts val="0"/>
              </a:spcBef>
              <a:spcAft>
                <a:spcPts val="0"/>
              </a:spcAft>
              <a:buSzPts val="2900"/>
              <a:buNone/>
              <a:defRPr/>
            </a:lvl6pPr>
            <a:lvl7pPr lvl="6" algn="ctr" rtl="0">
              <a:spcBef>
                <a:spcPts val="0"/>
              </a:spcBef>
              <a:spcAft>
                <a:spcPts val="0"/>
              </a:spcAft>
              <a:buSzPts val="2900"/>
              <a:buNone/>
              <a:defRPr/>
            </a:lvl7pPr>
            <a:lvl8pPr lvl="7" algn="ctr" rtl="0">
              <a:spcBef>
                <a:spcPts val="0"/>
              </a:spcBef>
              <a:spcAft>
                <a:spcPts val="0"/>
              </a:spcAft>
              <a:buSzPts val="2900"/>
              <a:buNone/>
              <a:defRPr/>
            </a:lvl8pPr>
            <a:lvl9pPr lvl="8" algn="ctr" rtl="0">
              <a:spcBef>
                <a:spcPts val="0"/>
              </a:spcBef>
              <a:spcAft>
                <a:spcPts val="0"/>
              </a:spcAft>
              <a:buSzPts val="2900"/>
              <a:buNone/>
              <a:defRPr/>
            </a:lvl9pPr>
          </a:lstStyle>
          <a:p>
            <a:endParaRPr/>
          </a:p>
        </p:txBody>
      </p:sp>
      <p:sp>
        <p:nvSpPr>
          <p:cNvPr id="589" name="Google Shape;589;p14"/>
          <p:cNvSpPr txBox="1">
            <a:spLocks noGrp="1"/>
          </p:cNvSpPr>
          <p:nvPr>
            <p:ph type="subTitle" idx="1"/>
          </p:nvPr>
        </p:nvSpPr>
        <p:spPr>
          <a:xfrm>
            <a:off x="851250" y="3153450"/>
            <a:ext cx="4872900" cy="111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590"/>
        <p:cNvGrpSpPr/>
        <p:nvPr/>
      </p:nvGrpSpPr>
      <p:grpSpPr>
        <a:xfrm>
          <a:off x="0" y="0"/>
          <a:ext cx="0" cy="0"/>
          <a:chOff x="0" y="0"/>
          <a:chExt cx="0" cy="0"/>
        </a:xfrm>
      </p:grpSpPr>
      <p:grpSp>
        <p:nvGrpSpPr>
          <p:cNvPr id="591" name="Google Shape;591;p15"/>
          <p:cNvGrpSpPr/>
          <p:nvPr/>
        </p:nvGrpSpPr>
        <p:grpSpPr>
          <a:xfrm>
            <a:off x="-43" y="-76200"/>
            <a:ext cx="9144000" cy="5219700"/>
            <a:chOff x="-43" y="-76200"/>
            <a:chExt cx="9144000" cy="5219700"/>
          </a:xfrm>
        </p:grpSpPr>
        <p:cxnSp>
          <p:nvCxnSpPr>
            <p:cNvPr id="592" name="Google Shape;592;p15"/>
            <p:cNvCxnSpPr/>
            <p:nvPr/>
          </p:nvCxnSpPr>
          <p:spPr>
            <a:xfrm>
              <a:off x="21584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93" name="Google Shape;593;p15"/>
            <p:cNvCxnSpPr/>
            <p:nvPr/>
          </p:nvCxnSpPr>
          <p:spPr>
            <a:xfrm>
              <a:off x="516147"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94" name="Google Shape;594;p15"/>
            <p:cNvCxnSpPr/>
            <p:nvPr/>
          </p:nvCxnSpPr>
          <p:spPr>
            <a:xfrm>
              <a:off x="81645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95" name="Google Shape;595;p15"/>
            <p:cNvCxnSpPr/>
            <p:nvPr/>
          </p:nvCxnSpPr>
          <p:spPr>
            <a:xfrm>
              <a:off x="111675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96" name="Google Shape;596;p15"/>
            <p:cNvCxnSpPr/>
            <p:nvPr/>
          </p:nvCxnSpPr>
          <p:spPr>
            <a:xfrm>
              <a:off x="141705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97" name="Google Shape;597;p15"/>
            <p:cNvCxnSpPr/>
            <p:nvPr/>
          </p:nvCxnSpPr>
          <p:spPr>
            <a:xfrm>
              <a:off x="171736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98" name="Google Shape;598;p15"/>
            <p:cNvCxnSpPr/>
            <p:nvPr/>
          </p:nvCxnSpPr>
          <p:spPr>
            <a:xfrm>
              <a:off x="201766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599" name="Google Shape;599;p15"/>
            <p:cNvCxnSpPr/>
            <p:nvPr/>
          </p:nvCxnSpPr>
          <p:spPr>
            <a:xfrm>
              <a:off x="231796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00" name="Google Shape;600;p15"/>
            <p:cNvCxnSpPr/>
            <p:nvPr/>
          </p:nvCxnSpPr>
          <p:spPr>
            <a:xfrm>
              <a:off x="261827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01" name="Google Shape;601;p15"/>
            <p:cNvCxnSpPr/>
            <p:nvPr/>
          </p:nvCxnSpPr>
          <p:spPr>
            <a:xfrm>
              <a:off x="291857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02" name="Google Shape;602;p15"/>
            <p:cNvCxnSpPr/>
            <p:nvPr/>
          </p:nvCxnSpPr>
          <p:spPr>
            <a:xfrm>
              <a:off x="321887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03" name="Google Shape;603;p15"/>
            <p:cNvCxnSpPr/>
            <p:nvPr/>
          </p:nvCxnSpPr>
          <p:spPr>
            <a:xfrm>
              <a:off x="351918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04" name="Google Shape;604;p15"/>
            <p:cNvCxnSpPr/>
            <p:nvPr/>
          </p:nvCxnSpPr>
          <p:spPr>
            <a:xfrm>
              <a:off x="381948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05" name="Google Shape;605;p15"/>
            <p:cNvCxnSpPr/>
            <p:nvPr/>
          </p:nvCxnSpPr>
          <p:spPr>
            <a:xfrm>
              <a:off x="411978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06" name="Google Shape;606;p15"/>
            <p:cNvCxnSpPr/>
            <p:nvPr/>
          </p:nvCxnSpPr>
          <p:spPr>
            <a:xfrm>
              <a:off x="442009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07" name="Google Shape;607;p15"/>
            <p:cNvCxnSpPr/>
            <p:nvPr/>
          </p:nvCxnSpPr>
          <p:spPr>
            <a:xfrm>
              <a:off x="472039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08" name="Google Shape;608;p15"/>
            <p:cNvCxnSpPr/>
            <p:nvPr/>
          </p:nvCxnSpPr>
          <p:spPr>
            <a:xfrm>
              <a:off x="502069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09" name="Google Shape;609;p15"/>
            <p:cNvCxnSpPr/>
            <p:nvPr/>
          </p:nvCxnSpPr>
          <p:spPr>
            <a:xfrm>
              <a:off x="532100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10" name="Google Shape;610;p15"/>
            <p:cNvCxnSpPr/>
            <p:nvPr/>
          </p:nvCxnSpPr>
          <p:spPr>
            <a:xfrm>
              <a:off x="562130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11" name="Google Shape;611;p15"/>
            <p:cNvCxnSpPr/>
            <p:nvPr/>
          </p:nvCxnSpPr>
          <p:spPr>
            <a:xfrm>
              <a:off x="592160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12" name="Google Shape;612;p15"/>
            <p:cNvCxnSpPr/>
            <p:nvPr/>
          </p:nvCxnSpPr>
          <p:spPr>
            <a:xfrm>
              <a:off x="622191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13" name="Google Shape;613;p15"/>
            <p:cNvCxnSpPr/>
            <p:nvPr/>
          </p:nvCxnSpPr>
          <p:spPr>
            <a:xfrm>
              <a:off x="652221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14" name="Google Shape;614;p15"/>
            <p:cNvCxnSpPr/>
            <p:nvPr/>
          </p:nvCxnSpPr>
          <p:spPr>
            <a:xfrm>
              <a:off x="682252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15" name="Google Shape;615;p15"/>
            <p:cNvCxnSpPr/>
            <p:nvPr/>
          </p:nvCxnSpPr>
          <p:spPr>
            <a:xfrm>
              <a:off x="712282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16" name="Google Shape;616;p15"/>
            <p:cNvCxnSpPr/>
            <p:nvPr/>
          </p:nvCxnSpPr>
          <p:spPr>
            <a:xfrm>
              <a:off x="742312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17" name="Google Shape;617;p15"/>
            <p:cNvCxnSpPr/>
            <p:nvPr/>
          </p:nvCxnSpPr>
          <p:spPr>
            <a:xfrm>
              <a:off x="772343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18" name="Google Shape;618;p15"/>
            <p:cNvCxnSpPr/>
            <p:nvPr/>
          </p:nvCxnSpPr>
          <p:spPr>
            <a:xfrm>
              <a:off x="802373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19" name="Google Shape;619;p15"/>
            <p:cNvCxnSpPr/>
            <p:nvPr/>
          </p:nvCxnSpPr>
          <p:spPr>
            <a:xfrm>
              <a:off x="8324037"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20" name="Google Shape;620;p15"/>
            <p:cNvCxnSpPr/>
            <p:nvPr/>
          </p:nvCxnSpPr>
          <p:spPr>
            <a:xfrm>
              <a:off x="862434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21" name="Google Shape;621;p15"/>
            <p:cNvCxnSpPr/>
            <p:nvPr/>
          </p:nvCxnSpPr>
          <p:spPr>
            <a:xfrm>
              <a:off x="892464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622" name="Google Shape;622;p15"/>
            <p:cNvCxnSpPr/>
            <p:nvPr/>
          </p:nvCxnSpPr>
          <p:spPr>
            <a:xfrm>
              <a:off x="-43" y="3069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623" name="Google Shape;623;p15"/>
            <p:cNvCxnSpPr/>
            <p:nvPr/>
          </p:nvCxnSpPr>
          <p:spPr>
            <a:xfrm>
              <a:off x="-43" y="6105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624" name="Google Shape;624;p15"/>
            <p:cNvCxnSpPr/>
            <p:nvPr/>
          </p:nvCxnSpPr>
          <p:spPr>
            <a:xfrm>
              <a:off x="-43" y="9142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625" name="Google Shape;625;p15"/>
            <p:cNvCxnSpPr/>
            <p:nvPr/>
          </p:nvCxnSpPr>
          <p:spPr>
            <a:xfrm>
              <a:off x="-43" y="12178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626" name="Google Shape;626;p15"/>
            <p:cNvCxnSpPr/>
            <p:nvPr/>
          </p:nvCxnSpPr>
          <p:spPr>
            <a:xfrm>
              <a:off x="-43" y="15215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627" name="Google Shape;627;p15"/>
            <p:cNvCxnSpPr/>
            <p:nvPr/>
          </p:nvCxnSpPr>
          <p:spPr>
            <a:xfrm>
              <a:off x="-43" y="18251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628" name="Google Shape;628;p15"/>
            <p:cNvCxnSpPr/>
            <p:nvPr/>
          </p:nvCxnSpPr>
          <p:spPr>
            <a:xfrm>
              <a:off x="-43" y="21288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629" name="Google Shape;629;p15"/>
            <p:cNvCxnSpPr/>
            <p:nvPr/>
          </p:nvCxnSpPr>
          <p:spPr>
            <a:xfrm>
              <a:off x="-43" y="24324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630" name="Google Shape;630;p15"/>
            <p:cNvCxnSpPr/>
            <p:nvPr/>
          </p:nvCxnSpPr>
          <p:spPr>
            <a:xfrm>
              <a:off x="-43" y="27361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631" name="Google Shape;631;p15"/>
            <p:cNvCxnSpPr/>
            <p:nvPr/>
          </p:nvCxnSpPr>
          <p:spPr>
            <a:xfrm>
              <a:off x="-43" y="30397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632" name="Google Shape;632;p15"/>
            <p:cNvCxnSpPr/>
            <p:nvPr/>
          </p:nvCxnSpPr>
          <p:spPr>
            <a:xfrm>
              <a:off x="-43" y="33434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633" name="Google Shape;633;p15"/>
            <p:cNvCxnSpPr/>
            <p:nvPr/>
          </p:nvCxnSpPr>
          <p:spPr>
            <a:xfrm>
              <a:off x="-43" y="36470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634" name="Google Shape;634;p15"/>
            <p:cNvCxnSpPr/>
            <p:nvPr/>
          </p:nvCxnSpPr>
          <p:spPr>
            <a:xfrm>
              <a:off x="-43" y="39507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635" name="Google Shape;635;p15"/>
            <p:cNvCxnSpPr/>
            <p:nvPr/>
          </p:nvCxnSpPr>
          <p:spPr>
            <a:xfrm>
              <a:off x="-43" y="42543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636" name="Google Shape;636;p15"/>
            <p:cNvCxnSpPr/>
            <p:nvPr/>
          </p:nvCxnSpPr>
          <p:spPr>
            <a:xfrm>
              <a:off x="-43" y="45580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637" name="Google Shape;637;p15"/>
            <p:cNvCxnSpPr/>
            <p:nvPr/>
          </p:nvCxnSpPr>
          <p:spPr>
            <a:xfrm>
              <a:off x="-43" y="4861650"/>
              <a:ext cx="9144000" cy="0"/>
            </a:xfrm>
            <a:prstGeom prst="straightConnector1">
              <a:avLst/>
            </a:prstGeom>
            <a:noFill/>
            <a:ln w="9525" cap="flat" cmpd="sng">
              <a:solidFill>
                <a:schemeClr val="dk1"/>
              </a:solidFill>
              <a:prstDash val="solid"/>
              <a:round/>
              <a:headEnd type="none" w="med" len="med"/>
              <a:tailEnd type="none" w="med" len="med"/>
            </a:ln>
          </p:spPr>
        </p:cxnSp>
        <p:sp>
          <p:nvSpPr>
            <p:cNvPr id="638" name="Google Shape;638;p15"/>
            <p:cNvSpPr/>
            <p:nvPr/>
          </p:nvSpPr>
          <p:spPr>
            <a:xfrm>
              <a:off x="516143" y="306900"/>
              <a:ext cx="8108100" cy="45546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9" name="Google Shape;639;p15"/>
          <p:cNvSpPr txBox="1">
            <a:spLocks noGrp="1"/>
          </p:cNvSpPr>
          <p:nvPr>
            <p:ph type="title"/>
          </p:nvPr>
        </p:nvSpPr>
        <p:spPr>
          <a:xfrm>
            <a:off x="4070700" y="3461181"/>
            <a:ext cx="4360200" cy="531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2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640" name="Google Shape;640;p15"/>
          <p:cNvSpPr txBox="1">
            <a:spLocks noGrp="1"/>
          </p:cNvSpPr>
          <p:nvPr>
            <p:ph type="subTitle" idx="1"/>
          </p:nvPr>
        </p:nvSpPr>
        <p:spPr>
          <a:xfrm>
            <a:off x="3531350" y="1150419"/>
            <a:ext cx="4899600" cy="23109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3000"/>
              <a:buNone/>
              <a:defRPr sz="25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9_2">
    <p:spTree>
      <p:nvGrpSpPr>
        <p:cNvPr id="1" name="Shape 1447"/>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
  <p:cSld name="CUSTOM_9_1_1">
    <p:spTree>
      <p:nvGrpSpPr>
        <p:cNvPr id="1" name="Shape 1448"/>
        <p:cNvGrpSpPr/>
        <p:nvPr/>
      </p:nvGrpSpPr>
      <p:grpSpPr>
        <a:xfrm>
          <a:off x="0" y="0"/>
          <a:ext cx="0" cy="0"/>
          <a:chOff x="0" y="0"/>
          <a:chExt cx="0" cy="0"/>
        </a:xfrm>
      </p:grpSpPr>
      <p:grpSp>
        <p:nvGrpSpPr>
          <p:cNvPr id="1449" name="Google Shape;1449;p32"/>
          <p:cNvGrpSpPr/>
          <p:nvPr/>
        </p:nvGrpSpPr>
        <p:grpSpPr>
          <a:xfrm>
            <a:off x="-43" y="-76200"/>
            <a:ext cx="9144000" cy="5219700"/>
            <a:chOff x="-43" y="-76200"/>
            <a:chExt cx="9144000" cy="5219700"/>
          </a:xfrm>
        </p:grpSpPr>
        <p:cxnSp>
          <p:nvCxnSpPr>
            <p:cNvPr id="1450" name="Google Shape;1450;p32"/>
            <p:cNvCxnSpPr/>
            <p:nvPr/>
          </p:nvCxnSpPr>
          <p:spPr>
            <a:xfrm>
              <a:off x="21584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51" name="Google Shape;1451;p32"/>
            <p:cNvCxnSpPr/>
            <p:nvPr/>
          </p:nvCxnSpPr>
          <p:spPr>
            <a:xfrm>
              <a:off x="516147"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52" name="Google Shape;1452;p32"/>
            <p:cNvCxnSpPr/>
            <p:nvPr/>
          </p:nvCxnSpPr>
          <p:spPr>
            <a:xfrm>
              <a:off x="81645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53" name="Google Shape;1453;p32"/>
            <p:cNvCxnSpPr/>
            <p:nvPr/>
          </p:nvCxnSpPr>
          <p:spPr>
            <a:xfrm>
              <a:off x="111675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54" name="Google Shape;1454;p32"/>
            <p:cNvCxnSpPr/>
            <p:nvPr/>
          </p:nvCxnSpPr>
          <p:spPr>
            <a:xfrm>
              <a:off x="141705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55" name="Google Shape;1455;p32"/>
            <p:cNvCxnSpPr/>
            <p:nvPr/>
          </p:nvCxnSpPr>
          <p:spPr>
            <a:xfrm>
              <a:off x="171736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56" name="Google Shape;1456;p32"/>
            <p:cNvCxnSpPr/>
            <p:nvPr/>
          </p:nvCxnSpPr>
          <p:spPr>
            <a:xfrm>
              <a:off x="201766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57" name="Google Shape;1457;p32"/>
            <p:cNvCxnSpPr/>
            <p:nvPr/>
          </p:nvCxnSpPr>
          <p:spPr>
            <a:xfrm>
              <a:off x="231796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58" name="Google Shape;1458;p32"/>
            <p:cNvCxnSpPr/>
            <p:nvPr/>
          </p:nvCxnSpPr>
          <p:spPr>
            <a:xfrm>
              <a:off x="2618271"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59" name="Google Shape;1459;p32"/>
            <p:cNvCxnSpPr/>
            <p:nvPr/>
          </p:nvCxnSpPr>
          <p:spPr>
            <a:xfrm>
              <a:off x="291857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60" name="Google Shape;1460;p32"/>
            <p:cNvCxnSpPr/>
            <p:nvPr/>
          </p:nvCxnSpPr>
          <p:spPr>
            <a:xfrm>
              <a:off x="3218878"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61" name="Google Shape;1461;p32"/>
            <p:cNvCxnSpPr/>
            <p:nvPr/>
          </p:nvCxnSpPr>
          <p:spPr>
            <a:xfrm>
              <a:off x="351918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62" name="Google Shape;1462;p32"/>
            <p:cNvCxnSpPr/>
            <p:nvPr/>
          </p:nvCxnSpPr>
          <p:spPr>
            <a:xfrm>
              <a:off x="381948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63" name="Google Shape;1463;p32"/>
            <p:cNvCxnSpPr/>
            <p:nvPr/>
          </p:nvCxnSpPr>
          <p:spPr>
            <a:xfrm>
              <a:off x="411978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64" name="Google Shape;1464;p32"/>
            <p:cNvCxnSpPr/>
            <p:nvPr/>
          </p:nvCxnSpPr>
          <p:spPr>
            <a:xfrm>
              <a:off x="442009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65" name="Google Shape;1465;p32"/>
            <p:cNvCxnSpPr/>
            <p:nvPr/>
          </p:nvCxnSpPr>
          <p:spPr>
            <a:xfrm>
              <a:off x="4720395"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66" name="Google Shape;1466;p32"/>
            <p:cNvCxnSpPr/>
            <p:nvPr/>
          </p:nvCxnSpPr>
          <p:spPr>
            <a:xfrm>
              <a:off x="502069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67" name="Google Shape;1467;p32"/>
            <p:cNvCxnSpPr/>
            <p:nvPr/>
          </p:nvCxnSpPr>
          <p:spPr>
            <a:xfrm>
              <a:off x="5321002"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68" name="Google Shape;1468;p32"/>
            <p:cNvCxnSpPr/>
            <p:nvPr/>
          </p:nvCxnSpPr>
          <p:spPr>
            <a:xfrm>
              <a:off x="562130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69" name="Google Shape;1469;p32"/>
            <p:cNvCxnSpPr/>
            <p:nvPr/>
          </p:nvCxnSpPr>
          <p:spPr>
            <a:xfrm>
              <a:off x="5921609"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70" name="Google Shape;1470;p32"/>
            <p:cNvCxnSpPr/>
            <p:nvPr/>
          </p:nvCxnSpPr>
          <p:spPr>
            <a:xfrm>
              <a:off x="622191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71" name="Google Shape;1471;p32"/>
            <p:cNvCxnSpPr/>
            <p:nvPr/>
          </p:nvCxnSpPr>
          <p:spPr>
            <a:xfrm>
              <a:off x="652221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72" name="Google Shape;1472;p32"/>
            <p:cNvCxnSpPr/>
            <p:nvPr/>
          </p:nvCxnSpPr>
          <p:spPr>
            <a:xfrm>
              <a:off x="682252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73" name="Google Shape;1473;p32"/>
            <p:cNvCxnSpPr/>
            <p:nvPr/>
          </p:nvCxnSpPr>
          <p:spPr>
            <a:xfrm>
              <a:off x="712282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74" name="Google Shape;1474;p32"/>
            <p:cNvCxnSpPr/>
            <p:nvPr/>
          </p:nvCxnSpPr>
          <p:spPr>
            <a:xfrm>
              <a:off x="7423126"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75" name="Google Shape;1475;p32"/>
            <p:cNvCxnSpPr/>
            <p:nvPr/>
          </p:nvCxnSpPr>
          <p:spPr>
            <a:xfrm>
              <a:off x="772343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76" name="Google Shape;1476;p32"/>
            <p:cNvCxnSpPr/>
            <p:nvPr/>
          </p:nvCxnSpPr>
          <p:spPr>
            <a:xfrm>
              <a:off x="8023733"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77" name="Google Shape;1477;p32"/>
            <p:cNvCxnSpPr/>
            <p:nvPr/>
          </p:nvCxnSpPr>
          <p:spPr>
            <a:xfrm>
              <a:off x="8324037"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78" name="Google Shape;1478;p32"/>
            <p:cNvCxnSpPr/>
            <p:nvPr/>
          </p:nvCxnSpPr>
          <p:spPr>
            <a:xfrm>
              <a:off x="8624340"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79" name="Google Shape;1479;p32"/>
            <p:cNvCxnSpPr/>
            <p:nvPr/>
          </p:nvCxnSpPr>
          <p:spPr>
            <a:xfrm>
              <a:off x="8924644" y="-76200"/>
              <a:ext cx="0" cy="5219700"/>
            </a:xfrm>
            <a:prstGeom prst="straightConnector1">
              <a:avLst/>
            </a:prstGeom>
            <a:noFill/>
            <a:ln w="9525" cap="flat" cmpd="sng">
              <a:solidFill>
                <a:schemeClr val="dk1"/>
              </a:solidFill>
              <a:prstDash val="solid"/>
              <a:round/>
              <a:headEnd type="none" w="med" len="med"/>
              <a:tailEnd type="none" w="med" len="med"/>
            </a:ln>
          </p:spPr>
        </p:cxnSp>
        <p:cxnSp>
          <p:nvCxnSpPr>
            <p:cNvPr id="1480" name="Google Shape;1480;p32"/>
            <p:cNvCxnSpPr/>
            <p:nvPr/>
          </p:nvCxnSpPr>
          <p:spPr>
            <a:xfrm>
              <a:off x="-43" y="3069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81" name="Google Shape;1481;p32"/>
            <p:cNvCxnSpPr/>
            <p:nvPr/>
          </p:nvCxnSpPr>
          <p:spPr>
            <a:xfrm>
              <a:off x="-43" y="6105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82" name="Google Shape;1482;p32"/>
            <p:cNvCxnSpPr/>
            <p:nvPr/>
          </p:nvCxnSpPr>
          <p:spPr>
            <a:xfrm>
              <a:off x="-43" y="9142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83" name="Google Shape;1483;p32"/>
            <p:cNvCxnSpPr/>
            <p:nvPr/>
          </p:nvCxnSpPr>
          <p:spPr>
            <a:xfrm>
              <a:off x="-43" y="12178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84" name="Google Shape;1484;p32"/>
            <p:cNvCxnSpPr/>
            <p:nvPr/>
          </p:nvCxnSpPr>
          <p:spPr>
            <a:xfrm>
              <a:off x="-43" y="15215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85" name="Google Shape;1485;p32"/>
            <p:cNvCxnSpPr/>
            <p:nvPr/>
          </p:nvCxnSpPr>
          <p:spPr>
            <a:xfrm>
              <a:off x="-43" y="18251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86" name="Google Shape;1486;p32"/>
            <p:cNvCxnSpPr/>
            <p:nvPr/>
          </p:nvCxnSpPr>
          <p:spPr>
            <a:xfrm>
              <a:off x="-43" y="21288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87" name="Google Shape;1487;p32"/>
            <p:cNvCxnSpPr/>
            <p:nvPr/>
          </p:nvCxnSpPr>
          <p:spPr>
            <a:xfrm>
              <a:off x="-43" y="24324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88" name="Google Shape;1488;p32"/>
            <p:cNvCxnSpPr/>
            <p:nvPr/>
          </p:nvCxnSpPr>
          <p:spPr>
            <a:xfrm>
              <a:off x="-43" y="27361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89" name="Google Shape;1489;p32"/>
            <p:cNvCxnSpPr/>
            <p:nvPr/>
          </p:nvCxnSpPr>
          <p:spPr>
            <a:xfrm>
              <a:off x="-43" y="30397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90" name="Google Shape;1490;p32"/>
            <p:cNvCxnSpPr/>
            <p:nvPr/>
          </p:nvCxnSpPr>
          <p:spPr>
            <a:xfrm>
              <a:off x="-43" y="33434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91" name="Google Shape;1491;p32"/>
            <p:cNvCxnSpPr/>
            <p:nvPr/>
          </p:nvCxnSpPr>
          <p:spPr>
            <a:xfrm>
              <a:off x="-43" y="36470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92" name="Google Shape;1492;p32"/>
            <p:cNvCxnSpPr/>
            <p:nvPr/>
          </p:nvCxnSpPr>
          <p:spPr>
            <a:xfrm>
              <a:off x="-43" y="39507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93" name="Google Shape;1493;p32"/>
            <p:cNvCxnSpPr/>
            <p:nvPr/>
          </p:nvCxnSpPr>
          <p:spPr>
            <a:xfrm>
              <a:off x="-43" y="425435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94" name="Google Shape;1494;p32"/>
            <p:cNvCxnSpPr/>
            <p:nvPr/>
          </p:nvCxnSpPr>
          <p:spPr>
            <a:xfrm>
              <a:off x="-43" y="4558000"/>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1495" name="Google Shape;1495;p32"/>
            <p:cNvCxnSpPr/>
            <p:nvPr/>
          </p:nvCxnSpPr>
          <p:spPr>
            <a:xfrm>
              <a:off x="-43" y="4861650"/>
              <a:ext cx="9144000" cy="0"/>
            </a:xfrm>
            <a:prstGeom prst="straightConnector1">
              <a:avLst/>
            </a:prstGeom>
            <a:noFill/>
            <a:ln w="9525" cap="flat" cmpd="sng">
              <a:solidFill>
                <a:schemeClr val="dk1"/>
              </a:solidFill>
              <a:prstDash val="solid"/>
              <a:round/>
              <a:headEnd type="none" w="med" len="med"/>
              <a:tailEnd type="none" w="med" len="med"/>
            </a:ln>
          </p:spPr>
        </p:cxnSp>
        <p:sp>
          <p:nvSpPr>
            <p:cNvPr id="1496" name="Google Shape;1496;p32"/>
            <p:cNvSpPr/>
            <p:nvPr/>
          </p:nvSpPr>
          <p:spPr>
            <a:xfrm>
              <a:off x="516143" y="306900"/>
              <a:ext cx="8108100" cy="45546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Encode Sans Black"/>
              <a:buNone/>
              <a:defRPr sz="3000">
                <a:solidFill>
                  <a:schemeClr val="dk1"/>
                </a:solidFill>
                <a:latin typeface="Encode Sans Black"/>
                <a:ea typeface="Encode Sans Black"/>
                <a:cs typeface="Encode Sans Black"/>
                <a:sym typeface="Encode Sans Black"/>
              </a:defRPr>
            </a:lvl1pPr>
            <a:lvl2pPr lvl="1" rtl="0">
              <a:spcBef>
                <a:spcPts val="0"/>
              </a:spcBef>
              <a:spcAft>
                <a:spcPts val="0"/>
              </a:spcAft>
              <a:buClr>
                <a:schemeClr val="dk1"/>
              </a:buClr>
              <a:buSzPts val="2900"/>
              <a:buFont typeface="Encode Sans Black"/>
              <a:buNone/>
              <a:defRPr sz="2900">
                <a:solidFill>
                  <a:schemeClr val="dk1"/>
                </a:solidFill>
                <a:latin typeface="Encode Sans Black"/>
                <a:ea typeface="Encode Sans Black"/>
                <a:cs typeface="Encode Sans Black"/>
                <a:sym typeface="Encode Sans Black"/>
              </a:defRPr>
            </a:lvl2pPr>
            <a:lvl3pPr lvl="2" rtl="0">
              <a:spcBef>
                <a:spcPts val="0"/>
              </a:spcBef>
              <a:spcAft>
                <a:spcPts val="0"/>
              </a:spcAft>
              <a:buClr>
                <a:schemeClr val="dk1"/>
              </a:buClr>
              <a:buSzPts val="2900"/>
              <a:buFont typeface="Encode Sans Black"/>
              <a:buNone/>
              <a:defRPr sz="2900">
                <a:solidFill>
                  <a:schemeClr val="dk1"/>
                </a:solidFill>
                <a:latin typeface="Encode Sans Black"/>
                <a:ea typeface="Encode Sans Black"/>
                <a:cs typeface="Encode Sans Black"/>
                <a:sym typeface="Encode Sans Black"/>
              </a:defRPr>
            </a:lvl3pPr>
            <a:lvl4pPr lvl="3" rtl="0">
              <a:spcBef>
                <a:spcPts val="0"/>
              </a:spcBef>
              <a:spcAft>
                <a:spcPts val="0"/>
              </a:spcAft>
              <a:buClr>
                <a:schemeClr val="dk1"/>
              </a:buClr>
              <a:buSzPts val="2900"/>
              <a:buFont typeface="Encode Sans Black"/>
              <a:buNone/>
              <a:defRPr sz="2900">
                <a:solidFill>
                  <a:schemeClr val="dk1"/>
                </a:solidFill>
                <a:latin typeface="Encode Sans Black"/>
                <a:ea typeface="Encode Sans Black"/>
                <a:cs typeface="Encode Sans Black"/>
                <a:sym typeface="Encode Sans Black"/>
              </a:defRPr>
            </a:lvl4pPr>
            <a:lvl5pPr lvl="4" rtl="0">
              <a:spcBef>
                <a:spcPts val="0"/>
              </a:spcBef>
              <a:spcAft>
                <a:spcPts val="0"/>
              </a:spcAft>
              <a:buClr>
                <a:schemeClr val="dk1"/>
              </a:buClr>
              <a:buSzPts val="2900"/>
              <a:buFont typeface="Encode Sans Black"/>
              <a:buNone/>
              <a:defRPr sz="2900">
                <a:solidFill>
                  <a:schemeClr val="dk1"/>
                </a:solidFill>
                <a:latin typeface="Encode Sans Black"/>
                <a:ea typeface="Encode Sans Black"/>
                <a:cs typeface="Encode Sans Black"/>
                <a:sym typeface="Encode Sans Black"/>
              </a:defRPr>
            </a:lvl5pPr>
            <a:lvl6pPr lvl="5" rtl="0">
              <a:spcBef>
                <a:spcPts val="0"/>
              </a:spcBef>
              <a:spcAft>
                <a:spcPts val="0"/>
              </a:spcAft>
              <a:buClr>
                <a:schemeClr val="dk1"/>
              </a:buClr>
              <a:buSzPts val="2900"/>
              <a:buFont typeface="Encode Sans Black"/>
              <a:buNone/>
              <a:defRPr sz="2900">
                <a:solidFill>
                  <a:schemeClr val="dk1"/>
                </a:solidFill>
                <a:latin typeface="Encode Sans Black"/>
                <a:ea typeface="Encode Sans Black"/>
                <a:cs typeface="Encode Sans Black"/>
                <a:sym typeface="Encode Sans Black"/>
              </a:defRPr>
            </a:lvl6pPr>
            <a:lvl7pPr lvl="6" rtl="0">
              <a:spcBef>
                <a:spcPts val="0"/>
              </a:spcBef>
              <a:spcAft>
                <a:spcPts val="0"/>
              </a:spcAft>
              <a:buClr>
                <a:schemeClr val="dk1"/>
              </a:buClr>
              <a:buSzPts val="2900"/>
              <a:buFont typeface="Encode Sans Black"/>
              <a:buNone/>
              <a:defRPr sz="2900">
                <a:solidFill>
                  <a:schemeClr val="dk1"/>
                </a:solidFill>
                <a:latin typeface="Encode Sans Black"/>
                <a:ea typeface="Encode Sans Black"/>
                <a:cs typeface="Encode Sans Black"/>
                <a:sym typeface="Encode Sans Black"/>
              </a:defRPr>
            </a:lvl7pPr>
            <a:lvl8pPr lvl="7" rtl="0">
              <a:spcBef>
                <a:spcPts val="0"/>
              </a:spcBef>
              <a:spcAft>
                <a:spcPts val="0"/>
              </a:spcAft>
              <a:buClr>
                <a:schemeClr val="dk1"/>
              </a:buClr>
              <a:buSzPts val="2900"/>
              <a:buFont typeface="Encode Sans Black"/>
              <a:buNone/>
              <a:defRPr sz="2900">
                <a:solidFill>
                  <a:schemeClr val="dk1"/>
                </a:solidFill>
                <a:latin typeface="Encode Sans Black"/>
                <a:ea typeface="Encode Sans Black"/>
                <a:cs typeface="Encode Sans Black"/>
                <a:sym typeface="Encode Sans Black"/>
              </a:defRPr>
            </a:lvl8pPr>
            <a:lvl9pPr lvl="8" rtl="0">
              <a:spcBef>
                <a:spcPts val="0"/>
              </a:spcBef>
              <a:spcAft>
                <a:spcPts val="0"/>
              </a:spcAft>
              <a:buClr>
                <a:schemeClr val="dk1"/>
              </a:buClr>
              <a:buSzPts val="2900"/>
              <a:buFont typeface="Encode Sans Black"/>
              <a:buNone/>
              <a:defRPr sz="2900">
                <a:solidFill>
                  <a:schemeClr val="dk1"/>
                </a:solidFill>
                <a:latin typeface="Encode Sans Black"/>
                <a:ea typeface="Encode Sans Black"/>
                <a:cs typeface="Encode Sans Black"/>
                <a:sym typeface="Encode Sans Black"/>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1"/>
              </a:buClr>
              <a:buSzPts val="1400"/>
              <a:buFont typeface="Assistant"/>
              <a:buChar char="●"/>
              <a:defRPr>
                <a:solidFill>
                  <a:schemeClr val="lt1"/>
                </a:solidFill>
                <a:latin typeface="Assistant"/>
                <a:ea typeface="Assistant"/>
                <a:cs typeface="Assistant"/>
                <a:sym typeface="Assistant"/>
              </a:defRPr>
            </a:lvl1pPr>
            <a:lvl2pPr marL="914400" lvl="1" indent="-317500">
              <a:lnSpc>
                <a:spcPct val="115000"/>
              </a:lnSpc>
              <a:spcBef>
                <a:spcPts val="1600"/>
              </a:spcBef>
              <a:spcAft>
                <a:spcPts val="0"/>
              </a:spcAft>
              <a:buClr>
                <a:schemeClr val="lt1"/>
              </a:buClr>
              <a:buSzPts val="1400"/>
              <a:buFont typeface="Assistant"/>
              <a:buChar char="○"/>
              <a:defRPr>
                <a:solidFill>
                  <a:schemeClr val="lt1"/>
                </a:solidFill>
                <a:latin typeface="Assistant"/>
                <a:ea typeface="Assistant"/>
                <a:cs typeface="Assistant"/>
                <a:sym typeface="Assistant"/>
              </a:defRPr>
            </a:lvl2pPr>
            <a:lvl3pPr marL="1371600" lvl="2" indent="-317500">
              <a:lnSpc>
                <a:spcPct val="115000"/>
              </a:lnSpc>
              <a:spcBef>
                <a:spcPts val="1600"/>
              </a:spcBef>
              <a:spcAft>
                <a:spcPts val="0"/>
              </a:spcAft>
              <a:buClr>
                <a:schemeClr val="lt1"/>
              </a:buClr>
              <a:buSzPts val="1400"/>
              <a:buFont typeface="Assistant"/>
              <a:buChar char="■"/>
              <a:defRPr>
                <a:solidFill>
                  <a:schemeClr val="lt1"/>
                </a:solidFill>
                <a:latin typeface="Assistant"/>
                <a:ea typeface="Assistant"/>
                <a:cs typeface="Assistant"/>
                <a:sym typeface="Assistant"/>
              </a:defRPr>
            </a:lvl3pPr>
            <a:lvl4pPr marL="1828800" lvl="3" indent="-317500">
              <a:lnSpc>
                <a:spcPct val="115000"/>
              </a:lnSpc>
              <a:spcBef>
                <a:spcPts val="1600"/>
              </a:spcBef>
              <a:spcAft>
                <a:spcPts val="0"/>
              </a:spcAft>
              <a:buClr>
                <a:schemeClr val="lt1"/>
              </a:buClr>
              <a:buSzPts val="1400"/>
              <a:buFont typeface="Assistant"/>
              <a:buChar char="●"/>
              <a:defRPr>
                <a:solidFill>
                  <a:schemeClr val="lt1"/>
                </a:solidFill>
                <a:latin typeface="Assistant"/>
                <a:ea typeface="Assistant"/>
                <a:cs typeface="Assistant"/>
                <a:sym typeface="Assistant"/>
              </a:defRPr>
            </a:lvl4pPr>
            <a:lvl5pPr marL="2286000" lvl="4" indent="-317500">
              <a:lnSpc>
                <a:spcPct val="115000"/>
              </a:lnSpc>
              <a:spcBef>
                <a:spcPts val="1600"/>
              </a:spcBef>
              <a:spcAft>
                <a:spcPts val="0"/>
              </a:spcAft>
              <a:buClr>
                <a:schemeClr val="lt1"/>
              </a:buClr>
              <a:buSzPts val="1400"/>
              <a:buFont typeface="Assistant"/>
              <a:buChar char="○"/>
              <a:defRPr>
                <a:solidFill>
                  <a:schemeClr val="lt1"/>
                </a:solidFill>
                <a:latin typeface="Assistant"/>
                <a:ea typeface="Assistant"/>
                <a:cs typeface="Assistant"/>
                <a:sym typeface="Assistant"/>
              </a:defRPr>
            </a:lvl5pPr>
            <a:lvl6pPr marL="2743200" lvl="5" indent="-317500">
              <a:lnSpc>
                <a:spcPct val="115000"/>
              </a:lnSpc>
              <a:spcBef>
                <a:spcPts val="1600"/>
              </a:spcBef>
              <a:spcAft>
                <a:spcPts val="0"/>
              </a:spcAft>
              <a:buClr>
                <a:schemeClr val="lt1"/>
              </a:buClr>
              <a:buSzPts val="1400"/>
              <a:buFont typeface="Assistant"/>
              <a:buChar char="■"/>
              <a:defRPr>
                <a:solidFill>
                  <a:schemeClr val="lt1"/>
                </a:solidFill>
                <a:latin typeface="Assistant"/>
                <a:ea typeface="Assistant"/>
                <a:cs typeface="Assistant"/>
                <a:sym typeface="Assistant"/>
              </a:defRPr>
            </a:lvl6pPr>
            <a:lvl7pPr marL="3200400" lvl="6" indent="-317500">
              <a:lnSpc>
                <a:spcPct val="115000"/>
              </a:lnSpc>
              <a:spcBef>
                <a:spcPts val="1600"/>
              </a:spcBef>
              <a:spcAft>
                <a:spcPts val="0"/>
              </a:spcAft>
              <a:buClr>
                <a:schemeClr val="lt1"/>
              </a:buClr>
              <a:buSzPts val="1400"/>
              <a:buFont typeface="Assistant"/>
              <a:buChar char="●"/>
              <a:defRPr>
                <a:solidFill>
                  <a:schemeClr val="lt1"/>
                </a:solidFill>
                <a:latin typeface="Assistant"/>
                <a:ea typeface="Assistant"/>
                <a:cs typeface="Assistant"/>
                <a:sym typeface="Assistant"/>
              </a:defRPr>
            </a:lvl7pPr>
            <a:lvl8pPr marL="3657600" lvl="7" indent="-317500">
              <a:lnSpc>
                <a:spcPct val="115000"/>
              </a:lnSpc>
              <a:spcBef>
                <a:spcPts val="1600"/>
              </a:spcBef>
              <a:spcAft>
                <a:spcPts val="0"/>
              </a:spcAft>
              <a:buClr>
                <a:schemeClr val="lt1"/>
              </a:buClr>
              <a:buSzPts val="1400"/>
              <a:buFont typeface="Assistant"/>
              <a:buChar char="○"/>
              <a:defRPr>
                <a:solidFill>
                  <a:schemeClr val="lt1"/>
                </a:solidFill>
                <a:latin typeface="Assistant"/>
                <a:ea typeface="Assistant"/>
                <a:cs typeface="Assistant"/>
                <a:sym typeface="Assistant"/>
              </a:defRPr>
            </a:lvl8pPr>
            <a:lvl9pPr marL="4114800" lvl="8" indent="-317500">
              <a:lnSpc>
                <a:spcPct val="115000"/>
              </a:lnSpc>
              <a:spcBef>
                <a:spcPts val="1600"/>
              </a:spcBef>
              <a:spcAft>
                <a:spcPts val="1600"/>
              </a:spcAft>
              <a:buClr>
                <a:schemeClr val="lt1"/>
              </a:buClr>
              <a:buSzPts val="1400"/>
              <a:buFont typeface="Assistant"/>
              <a:buChar char="■"/>
              <a:defRPr>
                <a:solidFill>
                  <a:schemeClr val="lt1"/>
                </a:solidFill>
                <a:latin typeface="Assistant"/>
                <a:ea typeface="Assistant"/>
                <a:cs typeface="Assistant"/>
                <a:sym typeface="Assistan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8" r:id="rId4"/>
    <p:sldLayoutId id="2147483659" r:id="rId5"/>
    <p:sldLayoutId id="2147483660" r:id="rId6"/>
    <p:sldLayoutId id="2147483661" r:id="rId7"/>
    <p:sldLayoutId id="2147483677" r:id="rId8"/>
    <p:sldLayoutId id="2147483678"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04"/>
        <p:cNvGrpSpPr/>
        <p:nvPr/>
      </p:nvGrpSpPr>
      <p:grpSpPr>
        <a:xfrm>
          <a:off x="0" y="0"/>
          <a:ext cx="0" cy="0"/>
          <a:chOff x="0" y="0"/>
          <a:chExt cx="0" cy="0"/>
        </a:xfrm>
      </p:grpSpPr>
      <p:sp>
        <p:nvSpPr>
          <p:cNvPr id="1505" name="Google Shape;1505;p35"/>
          <p:cNvSpPr/>
          <p:nvPr/>
        </p:nvSpPr>
        <p:spPr>
          <a:xfrm>
            <a:off x="7674550" y="411950"/>
            <a:ext cx="1469400" cy="516900"/>
          </a:xfrm>
          <a:prstGeom prst="rect">
            <a:avLst/>
          </a:prstGeom>
          <a:solidFill>
            <a:schemeClr val="accent3"/>
          </a:solidFill>
          <a:ln>
            <a:noFill/>
          </a:ln>
        </p:spPr>
        <p:txBody>
          <a:bodyPr spcFirstLastPara="1" wrap="square" lIns="91425" tIns="91425" rIns="91425" bIns="91425" anchor="ctr" anchorCtr="0">
            <a:noAutofit/>
          </a:bodyPr>
          <a:lstStyle/>
          <a:p>
            <a:pPr marL="0" lvl="0" indent="0" algn="r" rtl="0">
              <a:spcBef>
                <a:spcPts val="0"/>
              </a:spcBef>
              <a:spcAft>
                <a:spcPts val="0"/>
              </a:spcAft>
              <a:buClr>
                <a:schemeClr val="lt1"/>
              </a:buClr>
              <a:buSzPts val="1100"/>
              <a:buFont typeface="Arial"/>
              <a:buNone/>
            </a:pPr>
            <a:endParaRPr sz="1200" dirty="0">
              <a:solidFill>
                <a:schemeClr val="accent2"/>
              </a:solidFill>
              <a:latin typeface="Encode Sans"/>
              <a:ea typeface="Encode Sans"/>
              <a:cs typeface="Encode Sans"/>
              <a:sym typeface="Encode Sans"/>
            </a:endParaRPr>
          </a:p>
        </p:txBody>
      </p:sp>
      <p:sp>
        <p:nvSpPr>
          <p:cNvPr id="1506" name="Google Shape;1506;p35"/>
          <p:cNvSpPr txBox="1">
            <a:spLocks noGrp="1"/>
          </p:cNvSpPr>
          <p:nvPr>
            <p:ph type="ctrTitle"/>
          </p:nvPr>
        </p:nvSpPr>
        <p:spPr>
          <a:xfrm>
            <a:off x="1027113" y="940240"/>
            <a:ext cx="7124100" cy="258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dirty="0">
                <a:solidFill>
                  <a:schemeClr val="accent2"/>
                </a:solidFill>
              </a:rPr>
              <a:t>The Chemist’s Notebook</a:t>
            </a:r>
            <a:endParaRPr sz="9800" dirty="0">
              <a:solidFill>
                <a:schemeClr val="accent2"/>
              </a:solidFill>
            </a:endParaRPr>
          </a:p>
        </p:txBody>
      </p:sp>
      <p:sp>
        <p:nvSpPr>
          <p:cNvPr id="1507" name="Google Shape;1507;p35"/>
          <p:cNvSpPr txBox="1">
            <a:spLocks noGrp="1"/>
          </p:cNvSpPr>
          <p:nvPr>
            <p:ph type="subTitle" idx="1"/>
          </p:nvPr>
        </p:nvSpPr>
        <p:spPr>
          <a:xfrm>
            <a:off x="2307600" y="3653250"/>
            <a:ext cx="4528800" cy="47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b="1" dirty="0"/>
              <a:t>Made By:</a:t>
            </a:r>
          </a:p>
          <a:p>
            <a:pPr marL="0" lvl="0" indent="0" algn="ctr" rtl="0">
              <a:spcBef>
                <a:spcPts val="0"/>
              </a:spcBef>
              <a:spcAft>
                <a:spcPts val="0"/>
              </a:spcAft>
              <a:buNone/>
            </a:pPr>
            <a:r>
              <a:rPr lang="en" sz="1600" b="1" dirty="0"/>
              <a:t>Sahil Raichurkar  Ex354</a:t>
            </a:r>
          </a:p>
          <a:p>
            <a:pPr marL="0" lvl="0" indent="0" algn="ctr" rtl="0">
              <a:spcBef>
                <a:spcPts val="0"/>
              </a:spcBef>
              <a:spcAft>
                <a:spcPts val="0"/>
              </a:spcAft>
              <a:buNone/>
            </a:pPr>
            <a:r>
              <a:rPr lang="en" sz="1600" b="1" dirty="0"/>
              <a:t>Nachiket Mahajan Ex358</a:t>
            </a:r>
          </a:p>
          <a:p>
            <a:pPr marL="0" lvl="0" indent="0" algn="ctr" rtl="0">
              <a:spcBef>
                <a:spcPts val="0"/>
              </a:spcBef>
              <a:spcAft>
                <a:spcPts val="0"/>
              </a:spcAft>
              <a:buNone/>
            </a:pPr>
            <a:r>
              <a:rPr lang="en" sz="1600" b="1" dirty="0"/>
              <a:t>Piyush Raundal Ex367</a:t>
            </a:r>
            <a:endParaRPr sz="1600" b="1" dirty="0"/>
          </a:p>
        </p:txBody>
      </p:sp>
      <p:grpSp>
        <p:nvGrpSpPr>
          <p:cNvPr id="1508" name="Google Shape;1508;p35"/>
          <p:cNvGrpSpPr/>
          <p:nvPr/>
        </p:nvGrpSpPr>
        <p:grpSpPr>
          <a:xfrm rot="7200005">
            <a:off x="377744" y="1335143"/>
            <a:ext cx="617496" cy="609645"/>
            <a:chOff x="9815625" y="2603925"/>
            <a:chExt cx="485225" cy="479075"/>
          </a:xfrm>
        </p:grpSpPr>
        <p:sp>
          <p:nvSpPr>
            <p:cNvPr id="1509" name="Google Shape;1509;p35"/>
            <p:cNvSpPr/>
            <p:nvPr/>
          </p:nvSpPr>
          <p:spPr>
            <a:xfrm>
              <a:off x="10155650" y="2651975"/>
              <a:ext cx="85225" cy="80050"/>
            </a:xfrm>
            <a:custGeom>
              <a:avLst/>
              <a:gdLst/>
              <a:ahLst/>
              <a:cxnLst/>
              <a:rect l="l" t="t" r="r" b="b"/>
              <a:pathLst>
                <a:path w="3409" h="3202" extrusionOk="0">
                  <a:moveTo>
                    <a:pt x="1597" y="0"/>
                  </a:moveTo>
                  <a:cubicBezTo>
                    <a:pt x="856" y="0"/>
                    <a:pt x="181" y="504"/>
                    <a:pt x="0" y="1256"/>
                  </a:cubicBezTo>
                  <a:lnTo>
                    <a:pt x="1664" y="1662"/>
                  </a:lnTo>
                  <a:lnTo>
                    <a:pt x="2117" y="3202"/>
                  </a:lnTo>
                  <a:cubicBezTo>
                    <a:pt x="2636" y="3031"/>
                    <a:pt x="3059" y="2605"/>
                    <a:pt x="3198" y="2033"/>
                  </a:cubicBezTo>
                  <a:cubicBezTo>
                    <a:pt x="3408" y="1153"/>
                    <a:pt x="2868" y="262"/>
                    <a:pt x="1982" y="46"/>
                  </a:cubicBezTo>
                  <a:cubicBezTo>
                    <a:pt x="1853" y="15"/>
                    <a:pt x="1724" y="0"/>
                    <a:pt x="1597" y="0"/>
                  </a:cubicBezTo>
                  <a:close/>
                </a:path>
              </a:pathLst>
            </a:custGeom>
            <a:solidFill>
              <a:srgbClr val="D4EB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5"/>
            <p:cNvSpPr/>
            <p:nvPr/>
          </p:nvSpPr>
          <p:spPr>
            <a:xfrm>
              <a:off x="9954100" y="2603925"/>
              <a:ext cx="88575" cy="69775"/>
            </a:xfrm>
            <a:custGeom>
              <a:avLst/>
              <a:gdLst/>
              <a:ahLst/>
              <a:cxnLst/>
              <a:rect l="l" t="t" r="r" b="b"/>
              <a:pathLst>
                <a:path w="3543" h="2791" extrusionOk="0">
                  <a:moveTo>
                    <a:pt x="1727" y="0"/>
                  </a:moveTo>
                  <a:cubicBezTo>
                    <a:pt x="990" y="0"/>
                    <a:pt x="318" y="504"/>
                    <a:pt x="134" y="1258"/>
                  </a:cubicBezTo>
                  <a:cubicBezTo>
                    <a:pt x="0" y="1828"/>
                    <a:pt x="176" y="2405"/>
                    <a:pt x="561" y="2791"/>
                  </a:cubicBezTo>
                  <a:lnTo>
                    <a:pt x="1668" y="1628"/>
                  </a:lnTo>
                  <a:lnTo>
                    <a:pt x="3331" y="2030"/>
                  </a:lnTo>
                  <a:cubicBezTo>
                    <a:pt x="3543" y="1149"/>
                    <a:pt x="3001" y="258"/>
                    <a:pt x="2117" y="48"/>
                  </a:cubicBezTo>
                  <a:cubicBezTo>
                    <a:pt x="1986" y="16"/>
                    <a:pt x="1855" y="0"/>
                    <a:pt x="1727" y="0"/>
                  </a:cubicBezTo>
                  <a:close/>
                </a:path>
              </a:pathLst>
            </a:custGeom>
            <a:solidFill>
              <a:srgbClr val="D4EB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5"/>
            <p:cNvSpPr/>
            <p:nvPr/>
          </p:nvSpPr>
          <p:spPr>
            <a:xfrm>
              <a:off x="9815625" y="2755450"/>
              <a:ext cx="67975" cy="82175"/>
            </a:xfrm>
            <a:custGeom>
              <a:avLst/>
              <a:gdLst/>
              <a:ahLst/>
              <a:cxnLst/>
              <a:rect l="l" t="t" r="r" b="b"/>
              <a:pathLst>
                <a:path w="2719" h="3287" extrusionOk="0">
                  <a:moveTo>
                    <a:pt x="1813" y="1"/>
                  </a:moveTo>
                  <a:cubicBezTo>
                    <a:pt x="1071" y="1"/>
                    <a:pt x="397" y="504"/>
                    <a:pt x="216" y="1256"/>
                  </a:cubicBezTo>
                  <a:cubicBezTo>
                    <a:pt x="0" y="2136"/>
                    <a:pt x="540" y="3027"/>
                    <a:pt x="1426" y="3238"/>
                  </a:cubicBezTo>
                  <a:cubicBezTo>
                    <a:pt x="1553" y="3269"/>
                    <a:pt x="1681" y="3286"/>
                    <a:pt x="1807" y="3286"/>
                  </a:cubicBezTo>
                  <a:cubicBezTo>
                    <a:pt x="1869" y="3286"/>
                    <a:pt x="1931" y="3282"/>
                    <a:pt x="1992" y="3274"/>
                  </a:cubicBezTo>
                  <a:lnTo>
                    <a:pt x="1488" y="1565"/>
                  </a:lnTo>
                  <a:lnTo>
                    <a:pt x="2718" y="277"/>
                  </a:lnTo>
                  <a:cubicBezTo>
                    <a:pt x="2569" y="170"/>
                    <a:pt x="2393" y="92"/>
                    <a:pt x="2198" y="46"/>
                  </a:cubicBezTo>
                  <a:cubicBezTo>
                    <a:pt x="2069" y="15"/>
                    <a:pt x="1940" y="1"/>
                    <a:pt x="1813" y="1"/>
                  </a:cubicBezTo>
                  <a:close/>
                </a:path>
              </a:pathLst>
            </a:custGeom>
            <a:solidFill>
              <a:srgbClr val="D4EB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5"/>
            <p:cNvSpPr/>
            <p:nvPr/>
          </p:nvSpPr>
          <p:spPr>
            <a:xfrm>
              <a:off x="9867475" y="2954775"/>
              <a:ext cx="85225" cy="80150"/>
            </a:xfrm>
            <a:custGeom>
              <a:avLst/>
              <a:gdLst/>
              <a:ahLst/>
              <a:cxnLst/>
              <a:rect l="l" t="t" r="r" b="b"/>
              <a:pathLst>
                <a:path w="3409" h="3206" extrusionOk="0">
                  <a:moveTo>
                    <a:pt x="1298" y="1"/>
                  </a:moveTo>
                  <a:cubicBezTo>
                    <a:pt x="773" y="176"/>
                    <a:pt x="355" y="599"/>
                    <a:pt x="217" y="1170"/>
                  </a:cubicBezTo>
                  <a:cubicBezTo>
                    <a:pt x="1" y="2056"/>
                    <a:pt x="541" y="2947"/>
                    <a:pt x="1422" y="3158"/>
                  </a:cubicBezTo>
                  <a:cubicBezTo>
                    <a:pt x="1553" y="3190"/>
                    <a:pt x="1685" y="3205"/>
                    <a:pt x="1815" y="3205"/>
                  </a:cubicBezTo>
                  <a:cubicBezTo>
                    <a:pt x="2556" y="3205"/>
                    <a:pt x="3224" y="2701"/>
                    <a:pt x="3408" y="1947"/>
                  </a:cubicBezTo>
                  <a:lnTo>
                    <a:pt x="1751" y="1545"/>
                  </a:lnTo>
                  <a:lnTo>
                    <a:pt x="1298" y="1"/>
                  </a:lnTo>
                  <a:close/>
                </a:path>
              </a:pathLst>
            </a:custGeom>
            <a:solidFill>
              <a:srgbClr val="D4EB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5"/>
            <p:cNvSpPr/>
            <p:nvPr/>
          </p:nvSpPr>
          <p:spPr>
            <a:xfrm>
              <a:off x="10227225" y="2851275"/>
              <a:ext cx="73625" cy="82150"/>
            </a:xfrm>
            <a:custGeom>
              <a:avLst/>
              <a:gdLst/>
              <a:ahLst/>
              <a:cxnLst/>
              <a:rect l="l" t="t" r="r" b="b"/>
              <a:pathLst>
                <a:path w="2945" h="3286" extrusionOk="0">
                  <a:moveTo>
                    <a:pt x="1123" y="0"/>
                  </a:moveTo>
                  <a:cubicBezTo>
                    <a:pt x="968" y="0"/>
                    <a:pt x="817" y="22"/>
                    <a:pt x="675" y="63"/>
                  </a:cubicBezTo>
                  <a:lnTo>
                    <a:pt x="1138" y="1645"/>
                  </a:lnTo>
                  <a:lnTo>
                    <a:pt x="0" y="2834"/>
                  </a:lnTo>
                  <a:cubicBezTo>
                    <a:pt x="201" y="3019"/>
                    <a:pt x="459" y="3168"/>
                    <a:pt x="752" y="3240"/>
                  </a:cubicBezTo>
                  <a:cubicBezTo>
                    <a:pt x="880" y="3271"/>
                    <a:pt x="1008" y="3286"/>
                    <a:pt x="1135" y="3286"/>
                  </a:cubicBezTo>
                  <a:cubicBezTo>
                    <a:pt x="1873" y="3286"/>
                    <a:pt x="2548" y="2782"/>
                    <a:pt x="2729" y="2031"/>
                  </a:cubicBezTo>
                  <a:cubicBezTo>
                    <a:pt x="2945" y="1151"/>
                    <a:pt x="2405" y="260"/>
                    <a:pt x="1524" y="49"/>
                  </a:cubicBezTo>
                  <a:cubicBezTo>
                    <a:pt x="1390" y="16"/>
                    <a:pt x="1255" y="0"/>
                    <a:pt x="1123" y="0"/>
                  </a:cubicBezTo>
                  <a:close/>
                </a:path>
              </a:pathLst>
            </a:custGeom>
            <a:solidFill>
              <a:srgbClr val="D4EB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5"/>
            <p:cNvSpPr/>
            <p:nvPr/>
          </p:nvSpPr>
          <p:spPr>
            <a:xfrm>
              <a:off x="10065550" y="3013225"/>
              <a:ext cx="88825" cy="69775"/>
            </a:xfrm>
            <a:custGeom>
              <a:avLst/>
              <a:gdLst/>
              <a:ahLst/>
              <a:cxnLst/>
              <a:rect l="l" t="t" r="r" b="b"/>
              <a:pathLst>
                <a:path w="3553" h="2791" extrusionOk="0">
                  <a:moveTo>
                    <a:pt x="2992" y="1"/>
                  </a:moveTo>
                  <a:lnTo>
                    <a:pt x="1885" y="1165"/>
                  </a:lnTo>
                  <a:lnTo>
                    <a:pt x="216" y="758"/>
                  </a:lnTo>
                  <a:lnTo>
                    <a:pt x="216" y="758"/>
                  </a:lnTo>
                  <a:cubicBezTo>
                    <a:pt x="0" y="1643"/>
                    <a:pt x="546" y="2529"/>
                    <a:pt x="1427" y="2745"/>
                  </a:cubicBezTo>
                  <a:cubicBezTo>
                    <a:pt x="1557" y="2776"/>
                    <a:pt x="1686" y="2791"/>
                    <a:pt x="1814" y="2791"/>
                  </a:cubicBezTo>
                  <a:cubicBezTo>
                    <a:pt x="2557" y="2791"/>
                    <a:pt x="3230" y="2286"/>
                    <a:pt x="3414" y="1535"/>
                  </a:cubicBezTo>
                  <a:cubicBezTo>
                    <a:pt x="3553" y="968"/>
                    <a:pt x="3373" y="392"/>
                    <a:pt x="2992" y="1"/>
                  </a:cubicBezTo>
                  <a:close/>
                </a:path>
              </a:pathLst>
            </a:custGeom>
            <a:solidFill>
              <a:srgbClr val="D4EB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5"/>
            <p:cNvSpPr/>
            <p:nvPr/>
          </p:nvSpPr>
          <p:spPr>
            <a:xfrm>
              <a:off x="9852800" y="2644625"/>
              <a:ext cx="402900" cy="397725"/>
            </a:xfrm>
            <a:custGeom>
              <a:avLst/>
              <a:gdLst/>
              <a:ahLst/>
              <a:cxnLst/>
              <a:rect l="l" t="t" r="r" b="b"/>
              <a:pathLst>
                <a:path w="16116" h="15909" extrusionOk="0">
                  <a:moveTo>
                    <a:pt x="5720" y="0"/>
                  </a:moveTo>
                  <a:lnTo>
                    <a:pt x="4613" y="1163"/>
                  </a:lnTo>
                  <a:lnTo>
                    <a:pt x="1231" y="4710"/>
                  </a:lnTo>
                  <a:lnTo>
                    <a:pt x="1" y="5998"/>
                  </a:lnTo>
                  <a:lnTo>
                    <a:pt x="505" y="7707"/>
                  </a:lnTo>
                  <a:lnTo>
                    <a:pt x="1885" y="12407"/>
                  </a:lnTo>
                  <a:lnTo>
                    <a:pt x="2338" y="13951"/>
                  </a:lnTo>
                  <a:lnTo>
                    <a:pt x="3995" y="14353"/>
                  </a:lnTo>
                  <a:lnTo>
                    <a:pt x="8726" y="15502"/>
                  </a:lnTo>
                  <a:lnTo>
                    <a:pt x="10395" y="15909"/>
                  </a:lnTo>
                  <a:lnTo>
                    <a:pt x="11502" y="14745"/>
                  </a:lnTo>
                  <a:lnTo>
                    <a:pt x="14977" y="11100"/>
                  </a:lnTo>
                  <a:lnTo>
                    <a:pt x="16115" y="9911"/>
                  </a:lnTo>
                  <a:lnTo>
                    <a:pt x="15652" y="8329"/>
                  </a:lnTo>
                  <a:lnTo>
                    <a:pt x="14231" y="3496"/>
                  </a:lnTo>
                  <a:lnTo>
                    <a:pt x="13778" y="1956"/>
                  </a:lnTo>
                  <a:lnTo>
                    <a:pt x="12114" y="1550"/>
                  </a:lnTo>
                  <a:lnTo>
                    <a:pt x="7383" y="402"/>
                  </a:lnTo>
                  <a:lnTo>
                    <a:pt x="572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6" name="Google Shape;1516;p35"/>
          <p:cNvGrpSpPr/>
          <p:nvPr/>
        </p:nvGrpSpPr>
        <p:grpSpPr>
          <a:xfrm rot="-5400000">
            <a:off x="357534" y="381643"/>
            <a:ext cx="839628" cy="836775"/>
            <a:chOff x="7136762" y="3173711"/>
            <a:chExt cx="1140490" cy="1136614"/>
          </a:xfrm>
        </p:grpSpPr>
        <p:sp>
          <p:nvSpPr>
            <p:cNvPr id="1517" name="Google Shape;1517;p35"/>
            <p:cNvSpPr/>
            <p:nvPr/>
          </p:nvSpPr>
          <p:spPr>
            <a:xfrm rot="-9000061">
              <a:off x="7358988" y="3794447"/>
              <a:ext cx="100855" cy="87978"/>
            </a:xfrm>
            <a:custGeom>
              <a:avLst/>
              <a:gdLst/>
              <a:ahLst/>
              <a:cxnLst/>
              <a:rect l="l" t="t" r="r" b="b"/>
              <a:pathLst>
                <a:path w="2334" h="2036" extrusionOk="0">
                  <a:moveTo>
                    <a:pt x="217" y="1"/>
                  </a:moveTo>
                  <a:lnTo>
                    <a:pt x="217" y="1"/>
                  </a:lnTo>
                  <a:cubicBezTo>
                    <a:pt x="1" y="887"/>
                    <a:pt x="547" y="1773"/>
                    <a:pt x="1428" y="1989"/>
                  </a:cubicBezTo>
                  <a:cubicBezTo>
                    <a:pt x="1557" y="2020"/>
                    <a:pt x="1685" y="2035"/>
                    <a:pt x="1810" y="2035"/>
                  </a:cubicBezTo>
                  <a:cubicBezTo>
                    <a:pt x="1991" y="2035"/>
                    <a:pt x="2167" y="2005"/>
                    <a:pt x="2333" y="1947"/>
                  </a:cubicBezTo>
                  <a:lnTo>
                    <a:pt x="1885" y="407"/>
                  </a:lnTo>
                  <a:lnTo>
                    <a:pt x="217" y="1"/>
                  </a:lnTo>
                  <a:close/>
                </a:path>
              </a:pathLst>
            </a:custGeom>
            <a:solidFill>
              <a:srgbClr val="FFF3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5"/>
            <p:cNvSpPr/>
            <p:nvPr/>
          </p:nvSpPr>
          <p:spPr>
            <a:xfrm rot="-9000061">
              <a:off x="7576469" y="4020243"/>
              <a:ext cx="119695" cy="71731"/>
            </a:xfrm>
            <a:custGeom>
              <a:avLst/>
              <a:gdLst/>
              <a:ahLst/>
              <a:cxnLst/>
              <a:rect l="l" t="t" r="r" b="b"/>
              <a:pathLst>
                <a:path w="2770" h="1660" extrusionOk="0">
                  <a:moveTo>
                    <a:pt x="1113" y="1"/>
                  </a:moveTo>
                  <a:lnTo>
                    <a:pt x="1" y="1164"/>
                  </a:lnTo>
                  <a:cubicBezTo>
                    <a:pt x="206" y="1381"/>
                    <a:pt x="474" y="1540"/>
                    <a:pt x="783" y="1612"/>
                  </a:cubicBezTo>
                  <a:cubicBezTo>
                    <a:pt x="915" y="1644"/>
                    <a:pt x="1047" y="1659"/>
                    <a:pt x="1177" y="1659"/>
                  </a:cubicBezTo>
                  <a:cubicBezTo>
                    <a:pt x="1918" y="1659"/>
                    <a:pt x="2586" y="1156"/>
                    <a:pt x="2770" y="402"/>
                  </a:cubicBezTo>
                  <a:lnTo>
                    <a:pt x="1113" y="1"/>
                  </a:lnTo>
                  <a:close/>
                </a:path>
              </a:pathLst>
            </a:custGeom>
            <a:solidFill>
              <a:srgbClr val="FFF3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5"/>
            <p:cNvSpPr/>
            <p:nvPr/>
          </p:nvSpPr>
          <p:spPr>
            <a:xfrm rot="-9000061">
              <a:off x="7892525" y="3896908"/>
              <a:ext cx="90398" cy="129548"/>
            </a:xfrm>
            <a:custGeom>
              <a:avLst/>
              <a:gdLst/>
              <a:ahLst/>
              <a:cxnLst/>
              <a:rect l="l" t="t" r="r" b="b"/>
              <a:pathLst>
                <a:path w="2092" h="2998" extrusionOk="0">
                  <a:moveTo>
                    <a:pt x="1232" y="1"/>
                  </a:moveTo>
                  <a:lnTo>
                    <a:pt x="1" y="1287"/>
                  </a:lnTo>
                  <a:lnTo>
                    <a:pt x="506" y="2997"/>
                  </a:lnTo>
                  <a:cubicBezTo>
                    <a:pt x="1175" y="2924"/>
                    <a:pt x="1757" y="2441"/>
                    <a:pt x="1922" y="1755"/>
                  </a:cubicBezTo>
                  <a:cubicBezTo>
                    <a:pt x="2092" y="1066"/>
                    <a:pt x="1793" y="372"/>
                    <a:pt x="1232" y="1"/>
                  </a:cubicBezTo>
                  <a:close/>
                </a:path>
              </a:pathLst>
            </a:custGeom>
            <a:solidFill>
              <a:srgbClr val="FFF3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5"/>
            <p:cNvSpPr/>
            <p:nvPr/>
          </p:nvSpPr>
          <p:spPr>
            <a:xfrm rot="-9000061">
              <a:off x="7966656" y="3607816"/>
              <a:ext cx="100639" cy="87762"/>
            </a:xfrm>
            <a:custGeom>
              <a:avLst/>
              <a:gdLst/>
              <a:ahLst/>
              <a:cxnLst/>
              <a:rect l="l" t="t" r="r" b="b"/>
              <a:pathLst>
                <a:path w="2329" h="2031" extrusionOk="0">
                  <a:moveTo>
                    <a:pt x="516" y="1"/>
                  </a:moveTo>
                  <a:cubicBezTo>
                    <a:pt x="339" y="1"/>
                    <a:pt x="165" y="30"/>
                    <a:pt x="0" y="84"/>
                  </a:cubicBezTo>
                  <a:lnTo>
                    <a:pt x="454" y="1629"/>
                  </a:lnTo>
                  <a:lnTo>
                    <a:pt x="2112" y="2030"/>
                  </a:lnTo>
                  <a:cubicBezTo>
                    <a:pt x="2328" y="1149"/>
                    <a:pt x="1787" y="259"/>
                    <a:pt x="901" y="49"/>
                  </a:cubicBezTo>
                  <a:cubicBezTo>
                    <a:pt x="772" y="16"/>
                    <a:pt x="643" y="1"/>
                    <a:pt x="516" y="1"/>
                  </a:cubicBezTo>
                  <a:close/>
                </a:path>
              </a:pathLst>
            </a:custGeom>
            <a:solidFill>
              <a:srgbClr val="FFF3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5"/>
            <p:cNvSpPr/>
            <p:nvPr/>
          </p:nvSpPr>
          <p:spPr>
            <a:xfrm rot="-9000061">
              <a:off x="7730046" y="3398248"/>
              <a:ext cx="119955" cy="71644"/>
            </a:xfrm>
            <a:custGeom>
              <a:avLst/>
              <a:gdLst/>
              <a:ahLst/>
              <a:cxnLst/>
              <a:rect l="l" t="t" r="r" b="b"/>
              <a:pathLst>
                <a:path w="2776" h="1658" extrusionOk="0">
                  <a:moveTo>
                    <a:pt x="1602" y="1"/>
                  </a:moveTo>
                  <a:cubicBezTo>
                    <a:pt x="861" y="1"/>
                    <a:pt x="185" y="504"/>
                    <a:pt x="0" y="1256"/>
                  </a:cubicBezTo>
                  <a:lnTo>
                    <a:pt x="1668" y="1658"/>
                  </a:lnTo>
                  <a:lnTo>
                    <a:pt x="2775" y="499"/>
                  </a:lnTo>
                  <a:cubicBezTo>
                    <a:pt x="2564" y="283"/>
                    <a:pt x="2301" y="123"/>
                    <a:pt x="1987" y="47"/>
                  </a:cubicBezTo>
                  <a:cubicBezTo>
                    <a:pt x="1858" y="16"/>
                    <a:pt x="1729" y="1"/>
                    <a:pt x="1602" y="1"/>
                  </a:cubicBezTo>
                  <a:close/>
                </a:path>
              </a:pathLst>
            </a:custGeom>
            <a:solidFill>
              <a:srgbClr val="FFF3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35"/>
            <p:cNvSpPr/>
            <p:nvPr/>
          </p:nvSpPr>
          <p:spPr>
            <a:xfrm rot="-9000061">
              <a:off x="7444638" y="3463979"/>
              <a:ext cx="75231" cy="119695"/>
            </a:xfrm>
            <a:custGeom>
              <a:avLst/>
              <a:gdLst/>
              <a:ahLst/>
              <a:cxnLst/>
              <a:rect l="l" t="t" r="r" b="b"/>
              <a:pathLst>
                <a:path w="1741" h="2770" extrusionOk="0">
                  <a:moveTo>
                    <a:pt x="1277" y="1"/>
                  </a:moveTo>
                  <a:cubicBezTo>
                    <a:pt x="731" y="165"/>
                    <a:pt x="289" y="603"/>
                    <a:pt x="144" y="1190"/>
                  </a:cubicBezTo>
                  <a:cubicBezTo>
                    <a:pt x="1" y="1781"/>
                    <a:pt x="196" y="2379"/>
                    <a:pt x="608" y="2770"/>
                  </a:cubicBezTo>
                  <a:lnTo>
                    <a:pt x="1741" y="1581"/>
                  </a:lnTo>
                  <a:lnTo>
                    <a:pt x="1277" y="1"/>
                  </a:lnTo>
                  <a:close/>
                </a:path>
              </a:pathLst>
            </a:custGeom>
            <a:solidFill>
              <a:srgbClr val="FFF3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23" name="Google Shape;1523;p35"/>
            <p:cNvGrpSpPr/>
            <p:nvPr/>
          </p:nvGrpSpPr>
          <p:grpSpPr>
            <a:xfrm rot="-9000061">
              <a:off x="7287620" y="3327924"/>
              <a:ext cx="838775" cy="828188"/>
              <a:chOff x="10233775" y="2868200"/>
              <a:chExt cx="485275" cy="479150"/>
            </a:xfrm>
          </p:grpSpPr>
          <p:sp>
            <p:nvSpPr>
              <p:cNvPr id="1524" name="Google Shape;1524;p35"/>
              <p:cNvSpPr/>
              <p:nvPr/>
            </p:nvSpPr>
            <p:spPr>
              <a:xfrm>
                <a:off x="10573675" y="2916300"/>
                <a:ext cx="85375" cy="80100"/>
              </a:xfrm>
              <a:custGeom>
                <a:avLst/>
                <a:gdLst/>
                <a:ahLst/>
                <a:cxnLst/>
                <a:rect l="l" t="t" r="r" b="b"/>
                <a:pathLst>
                  <a:path w="3415" h="3204" extrusionOk="0">
                    <a:moveTo>
                      <a:pt x="1598" y="0"/>
                    </a:moveTo>
                    <a:cubicBezTo>
                      <a:pt x="855" y="0"/>
                      <a:pt x="185" y="507"/>
                      <a:pt x="1" y="1257"/>
                    </a:cubicBezTo>
                    <a:lnTo>
                      <a:pt x="1669" y="1663"/>
                    </a:lnTo>
                    <a:lnTo>
                      <a:pt x="2117" y="3203"/>
                    </a:lnTo>
                    <a:cubicBezTo>
                      <a:pt x="2638" y="3034"/>
                      <a:pt x="3059" y="2606"/>
                      <a:pt x="3199" y="2034"/>
                    </a:cubicBezTo>
                    <a:cubicBezTo>
                      <a:pt x="3415" y="1149"/>
                      <a:pt x="2869" y="264"/>
                      <a:pt x="1989" y="47"/>
                    </a:cubicBezTo>
                    <a:cubicBezTo>
                      <a:pt x="1858" y="15"/>
                      <a:pt x="1727" y="0"/>
                      <a:pt x="15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5"/>
              <p:cNvSpPr/>
              <p:nvPr/>
            </p:nvSpPr>
            <p:spPr>
              <a:xfrm>
                <a:off x="10372125" y="2868200"/>
                <a:ext cx="88700" cy="69900"/>
              </a:xfrm>
              <a:custGeom>
                <a:avLst/>
                <a:gdLst/>
                <a:ahLst/>
                <a:cxnLst/>
                <a:rect l="l" t="t" r="r" b="b"/>
                <a:pathLst>
                  <a:path w="3548" h="2796" extrusionOk="0">
                    <a:moveTo>
                      <a:pt x="1737" y="0"/>
                    </a:moveTo>
                    <a:cubicBezTo>
                      <a:pt x="997" y="0"/>
                      <a:pt x="325" y="505"/>
                      <a:pt x="140" y="1261"/>
                    </a:cubicBezTo>
                    <a:cubicBezTo>
                      <a:pt x="1" y="1833"/>
                      <a:pt x="181" y="2409"/>
                      <a:pt x="563" y="2795"/>
                    </a:cubicBezTo>
                    <a:lnTo>
                      <a:pt x="1675" y="1632"/>
                    </a:lnTo>
                    <a:lnTo>
                      <a:pt x="3332" y="2033"/>
                    </a:lnTo>
                    <a:cubicBezTo>
                      <a:pt x="3548" y="1153"/>
                      <a:pt x="3008" y="262"/>
                      <a:pt x="2122" y="46"/>
                    </a:cubicBezTo>
                    <a:cubicBezTo>
                      <a:pt x="1993" y="15"/>
                      <a:pt x="1864" y="0"/>
                      <a:pt x="17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5"/>
              <p:cNvSpPr/>
              <p:nvPr/>
            </p:nvSpPr>
            <p:spPr>
              <a:xfrm>
                <a:off x="10233775" y="3019775"/>
                <a:ext cx="67975" cy="82200"/>
              </a:xfrm>
              <a:custGeom>
                <a:avLst/>
                <a:gdLst/>
                <a:ahLst/>
                <a:cxnLst/>
                <a:rect l="l" t="t" r="r" b="b"/>
                <a:pathLst>
                  <a:path w="2719" h="3288" extrusionOk="0">
                    <a:moveTo>
                      <a:pt x="1808" y="0"/>
                    </a:moveTo>
                    <a:cubicBezTo>
                      <a:pt x="1066" y="0"/>
                      <a:pt x="396" y="508"/>
                      <a:pt x="212" y="1257"/>
                    </a:cubicBezTo>
                    <a:cubicBezTo>
                      <a:pt x="0" y="2138"/>
                      <a:pt x="541" y="3029"/>
                      <a:pt x="1421" y="3239"/>
                    </a:cubicBezTo>
                    <a:cubicBezTo>
                      <a:pt x="1554" y="3271"/>
                      <a:pt x="1685" y="3288"/>
                      <a:pt x="1813" y="3288"/>
                    </a:cubicBezTo>
                    <a:cubicBezTo>
                      <a:pt x="1873" y="3288"/>
                      <a:pt x="1934" y="3284"/>
                      <a:pt x="1993" y="3276"/>
                    </a:cubicBezTo>
                    <a:lnTo>
                      <a:pt x="1488" y="1566"/>
                    </a:lnTo>
                    <a:lnTo>
                      <a:pt x="2719" y="280"/>
                    </a:lnTo>
                    <a:cubicBezTo>
                      <a:pt x="2564" y="171"/>
                      <a:pt x="2390" y="94"/>
                      <a:pt x="2198" y="48"/>
                    </a:cubicBezTo>
                    <a:cubicBezTo>
                      <a:pt x="2068" y="16"/>
                      <a:pt x="1937" y="0"/>
                      <a:pt x="1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35"/>
              <p:cNvSpPr/>
              <p:nvPr/>
            </p:nvSpPr>
            <p:spPr>
              <a:xfrm>
                <a:off x="10285625" y="3219175"/>
                <a:ext cx="85125" cy="80050"/>
              </a:xfrm>
              <a:custGeom>
                <a:avLst/>
                <a:gdLst/>
                <a:ahLst/>
                <a:cxnLst/>
                <a:rect l="l" t="t" r="r" b="b"/>
                <a:pathLst>
                  <a:path w="3405" h="3202" extrusionOk="0">
                    <a:moveTo>
                      <a:pt x="1293" y="0"/>
                    </a:moveTo>
                    <a:cubicBezTo>
                      <a:pt x="773" y="170"/>
                      <a:pt x="352" y="597"/>
                      <a:pt x="212" y="1169"/>
                    </a:cubicBezTo>
                    <a:cubicBezTo>
                      <a:pt x="1" y="2054"/>
                      <a:pt x="542" y="2940"/>
                      <a:pt x="1422" y="3156"/>
                    </a:cubicBezTo>
                    <a:cubicBezTo>
                      <a:pt x="1551" y="3187"/>
                      <a:pt x="1680" y="3202"/>
                      <a:pt x="1807" y="3202"/>
                    </a:cubicBezTo>
                    <a:cubicBezTo>
                      <a:pt x="2549" y="3202"/>
                      <a:pt x="3225" y="2697"/>
                      <a:pt x="3405" y="1946"/>
                    </a:cubicBezTo>
                    <a:lnTo>
                      <a:pt x="1747" y="1545"/>
                    </a:lnTo>
                    <a:lnTo>
                      <a:pt x="12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35"/>
              <p:cNvSpPr/>
              <p:nvPr/>
            </p:nvSpPr>
            <p:spPr>
              <a:xfrm>
                <a:off x="10645375" y="3115600"/>
                <a:ext cx="73675" cy="82200"/>
              </a:xfrm>
              <a:custGeom>
                <a:avLst/>
                <a:gdLst/>
                <a:ahLst/>
                <a:cxnLst/>
                <a:rect l="l" t="t" r="r" b="b"/>
                <a:pathLst>
                  <a:path w="2947" h="3288" extrusionOk="0">
                    <a:moveTo>
                      <a:pt x="1134" y="1"/>
                    </a:moveTo>
                    <a:cubicBezTo>
                      <a:pt x="975" y="1"/>
                      <a:pt x="819" y="23"/>
                      <a:pt x="670" y="66"/>
                    </a:cubicBezTo>
                    <a:lnTo>
                      <a:pt x="1134" y="1646"/>
                    </a:lnTo>
                    <a:lnTo>
                      <a:pt x="1" y="2835"/>
                    </a:lnTo>
                    <a:cubicBezTo>
                      <a:pt x="202" y="3020"/>
                      <a:pt x="454" y="3170"/>
                      <a:pt x="747" y="3243"/>
                    </a:cubicBezTo>
                    <a:cubicBezTo>
                      <a:pt x="875" y="3273"/>
                      <a:pt x="1004" y="3288"/>
                      <a:pt x="1131" y="3288"/>
                    </a:cubicBezTo>
                    <a:cubicBezTo>
                      <a:pt x="1872" y="3288"/>
                      <a:pt x="2545" y="2784"/>
                      <a:pt x="2730" y="2032"/>
                    </a:cubicBezTo>
                    <a:cubicBezTo>
                      <a:pt x="2946" y="1147"/>
                      <a:pt x="2400" y="261"/>
                      <a:pt x="1525" y="45"/>
                    </a:cubicBezTo>
                    <a:cubicBezTo>
                      <a:pt x="1394" y="15"/>
                      <a:pt x="1263" y="1"/>
                      <a:pt x="1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5"/>
              <p:cNvSpPr/>
              <p:nvPr/>
            </p:nvSpPr>
            <p:spPr>
              <a:xfrm>
                <a:off x="10483725" y="3277575"/>
                <a:ext cx="88725" cy="69775"/>
              </a:xfrm>
              <a:custGeom>
                <a:avLst/>
                <a:gdLst/>
                <a:ahLst/>
                <a:cxnLst/>
                <a:rect l="l" t="t" r="r" b="b"/>
                <a:pathLst>
                  <a:path w="3549" h="2791" extrusionOk="0">
                    <a:moveTo>
                      <a:pt x="2987" y="1"/>
                    </a:moveTo>
                    <a:lnTo>
                      <a:pt x="1880" y="1160"/>
                    </a:lnTo>
                    <a:lnTo>
                      <a:pt x="212" y="758"/>
                    </a:lnTo>
                    <a:lnTo>
                      <a:pt x="212" y="758"/>
                    </a:lnTo>
                    <a:cubicBezTo>
                      <a:pt x="1" y="1638"/>
                      <a:pt x="541" y="2529"/>
                      <a:pt x="1427" y="2745"/>
                    </a:cubicBezTo>
                    <a:cubicBezTo>
                      <a:pt x="1556" y="2776"/>
                      <a:pt x="1685" y="2791"/>
                      <a:pt x="1812" y="2791"/>
                    </a:cubicBezTo>
                    <a:cubicBezTo>
                      <a:pt x="2554" y="2791"/>
                      <a:pt x="3228" y="2287"/>
                      <a:pt x="3409" y="1535"/>
                    </a:cubicBezTo>
                    <a:cubicBezTo>
                      <a:pt x="3548" y="965"/>
                      <a:pt x="3373" y="388"/>
                      <a:pt x="2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5"/>
              <p:cNvSpPr/>
              <p:nvPr/>
            </p:nvSpPr>
            <p:spPr>
              <a:xfrm>
                <a:off x="10265175" y="2903325"/>
                <a:ext cx="414325" cy="409025"/>
              </a:xfrm>
              <a:custGeom>
                <a:avLst/>
                <a:gdLst/>
                <a:ahLst/>
                <a:cxnLst/>
                <a:rect l="l" t="t" r="r" b="b"/>
                <a:pathLst>
                  <a:path w="16573" h="16361" extrusionOk="0">
                    <a:moveTo>
                      <a:pt x="6019" y="453"/>
                    </a:moveTo>
                    <a:lnTo>
                      <a:pt x="13845" y="2353"/>
                    </a:lnTo>
                    <a:lnTo>
                      <a:pt x="16109" y="10080"/>
                    </a:lnTo>
                    <a:lnTo>
                      <a:pt x="10555" y="15904"/>
                    </a:lnTo>
                    <a:lnTo>
                      <a:pt x="2729" y="14003"/>
                    </a:lnTo>
                    <a:lnTo>
                      <a:pt x="464" y="6281"/>
                    </a:lnTo>
                    <a:lnTo>
                      <a:pt x="6019" y="453"/>
                    </a:lnTo>
                    <a:close/>
                    <a:moveTo>
                      <a:pt x="5885" y="0"/>
                    </a:moveTo>
                    <a:lnTo>
                      <a:pt x="1" y="6167"/>
                    </a:lnTo>
                    <a:lnTo>
                      <a:pt x="2405" y="14348"/>
                    </a:lnTo>
                    <a:lnTo>
                      <a:pt x="10689" y="16361"/>
                    </a:lnTo>
                    <a:lnTo>
                      <a:pt x="16573" y="10194"/>
                    </a:lnTo>
                    <a:lnTo>
                      <a:pt x="14174" y="2008"/>
                    </a:lnTo>
                    <a:lnTo>
                      <a:pt x="58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1" name="Google Shape;1531;p35"/>
          <p:cNvGrpSpPr/>
          <p:nvPr/>
        </p:nvGrpSpPr>
        <p:grpSpPr>
          <a:xfrm rot="-5400000">
            <a:off x="1036079" y="70522"/>
            <a:ext cx="839613" cy="836748"/>
            <a:chOff x="7976387" y="3201092"/>
            <a:chExt cx="1140468" cy="1136577"/>
          </a:xfrm>
        </p:grpSpPr>
        <p:sp>
          <p:nvSpPr>
            <p:cNvPr id="1532" name="Google Shape;1532;p35"/>
            <p:cNvSpPr/>
            <p:nvPr/>
          </p:nvSpPr>
          <p:spPr>
            <a:xfrm rot="-9000061">
              <a:off x="8198358" y="3821927"/>
              <a:ext cx="100812" cy="87805"/>
            </a:xfrm>
            <a:custGeom>
              <a:avLst/>
              <a:gdLst/>
              <a:ahLst/>
              <a:cxnLst/>
              <a:rect l="l" t="t" r="r" b="b"/>
              <a:pathLst>
                <a:path w="2333" h="2032" extrusionOk="0">
                  <a:moveTo>
                    <a:pt x="211" y="0"/>
                  </a:moveTo>
                  <a:cubicBezTo>
                    <a:pt x="1" y="880"/>
                    <a:pt x="541" y="1771"/>
                    <a:pt x="1422" y="1987"/>
                  </a:cubicBezTo>
                  <a:cubicBezTo>
                    <a:pt x="1552" y="2017"/>
                    <a:pt x="1681" y="2031"/>
                    <a:pt x="1807" y="2031"/>
                  </a:cubicBezTo>
                  <a:cubicBezTo>
                    <a:pt x="1991" y="2031"/>
                    <a:pt x="2168" y="2001"/>
                    <a:pt x="2332" y="1946"/>
                  </a:cubicBezTo>
                  <a:lnTo>
                    <a:pt x="1879" y="402"/>
                  </a:lnTo>
                  <a:lnTo>
                    <a:pt x="211" y="0"/>
                  </a:lnTo>
                  <a:close/>
                </a:path>
              </a:pathLst>
            </a:custGeom>
            <a:solidFill>
              <a:srgbClr val="856C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5"/>
            <p:cNvSpPr/>
            <p:nvPr/>
          </p:nvSpPr>
          <p:spPr>
            <a:xfrm rot="-9000061">
              <a:off x="8284174" y="3491604"/>
              <a:ext cx="75188" cy="119523"/>
            </a:xfrm>
            <a:custGeom>
              <a:avLst/>
              <a:gdLst/>
              <a:ahLst/>
              <a:cxnLst/>
              <a:rect l="l" t="t" r="r" b="b"/>
              <a:pathLst>
                <a:path w="1740" h="2766" extrusionOk="0">
                  <a:moveTo>
                    <a:pt x="1276" y="0"/>
                  </a:moveTo>
                  <a:cubicBezTo>
                    <a:pt x="730" y="161"/>
                    <a:pt x="288" y="598"/>
                    <a:pt x="143" y="1190"/>
                  </a:cubicBezTo>
                  <a:cubicBezTo>
                    <a:pt x="0" y="1782"/>
                    <a:pt x="195" y="2374"/>
                    <a:pt x="607" y="2765"/>
                  </a:cubicBezTo>
                  <a:lnTo>
                    <a:pt x="1740" y="1575"/>
                  </a:lnTo>
                  <a:lnTo>
                    <a:pt x="1276" y="0"/>
                  </a:lnTo>
                  <a:close/>
                </a:path>
              </a:pathLst>
            </a:custGeom>
            <a:solidFill>
              <a:srgbClr val="856C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5"/>
            <p:cNvSpPr/>
            <p:nvPr/>
          </p:nvSpPr>
          <p:spPr>
            <a:xfrm rot="-9000061">
              <a:off x="8569464" y="3425421"/>
              <a:ext cx="120171" cy="71990"/>
            </a:xfrm>
            <a:custGeom>
              <a:avLst/>
              <a:gdLst/>
              <a:ahLst/>
              <a:cxnLst/>
              <a:rect l="l" t="t" r="r" b="b"/>
              <a:pathLst>
                <a:path w="2781" h="1666" extrusionOk="0">
                  <a:moveTo>
                    <a:pt x="1598" y="0"/>
                  </a:moveTo>
                  <a:cubicBezTo>
                    <a:pt x="858" y="0"/>
                    <a:pt x="184" y="508"/>
                    <a:pt x="0" y="1259"/>
                  </a:cubicBezTo>
                  <a:lnTo>
                    <a:pt x="1668" y="1665"/>
                  </a:lnTo>
                  <a:lnTo>
                    <a:pt x="2780" y="496"/>
                  </a:lnTo>
                  <a:cubicBezTo>
                    <a:pt x="2574" y="285"/>
                    <a:pt x="2301" y="126"/>
                    <a:pt x="1987" y="48"/>
                  </a:cubicBezTo>
                  <a:cubicBezTo>
                    <a:pt x="1857" y="16"/>
                    <a:pt x="1726" y="0"/>
                    <a:pt x="1598" y="0"/>
                  </a:cubicBezTo>
                  <a:close/>
                </a:path>
              </a:pathLst>
            </a:custGeom>
            <a:solidFill>
              <a:srgbClr val="856C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5"/>
            <p:cNvSpPr/>
            <p:nvPr/>
          </p:nvSpPr>
          <p:spPr>
            <a:xfrm rot="-9000061">
              <a:off x="8806188" y="3635322"/>
              <a:ext cx="100639" cy="87849"/>
            </a:xfrm>
            <a:custGeom>
              <a:avLst/>
              <a:gdLst/>
              <a:ahLst/>
              <a:cxnLst/>
              <a:rect l="l" t="t" r="r" b="b"/>
              <a:pathLst>
                <a:path w="2329" h="2033" extrusionOk="0">
                  <a:moveTo>
                    <a:pt x="516" y="1"/>
                  </a:moveTo>
                  <a:cubicBezTo>
                    <a:pt x="339" y="1"/>
                    <a:pt x="165" y="30"/>
                    <a:pt x="0" y="86"/>
                  </a:cubicBezTo>
                  <a:lnTo>
                    <a:pt x="454" y="1631"/>
                  </a:lnTo>
                  <a:lnTo>
                    <a:pt x="2112" y="2033"/>
                  </a:lnTo>
                  <a:cubicBezTo>
                    <a:pt x="2328" y="1148"/>
                    <a:pt x="1787" y="262"/>
                    <a:pt x="901" y="46"/>
                  </a:cubicBezTo>
                  <a:cubicBezTo>
                    <a:pt x="772" y="16"/>
                    <a:pt x="643" y="1"/>
                    <a:pt x="516" y="1"/>
                  </a:cubicBezTo>
                  <a:close/>
                </a:path>
              </a:pathLst>
            </a:custGeom>
            <a:solidFill>
              <a:srgbClr val="856C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5"/>
            <p:cNvSpPr/>
            <p:nvPr/>
          </p:nvSpPr>
          <p:spPr>
            <a:xfrm rot="-9000061">
              <a:off x="8732039" y="3924397"/>
              <a:ext cx="90355" cy="129720"/>
            </a:xfrm>
            <a:custGeom>
              <a:avLst/>
              <a:gdLst/>
              <a:ahLst/>
              <a:cxnLst/>
              <a:rect l="l" t="t" r="r" b="b"/>
              <a:pathLst>
                <a:path w="2091" h="3002" extrusionOk="0">
                  <a:moveTo>
                    <a:pt x="1231" y="0"/>
                  </a:moveTo>
                  <a:lnTo>
                    <a:pt x="0" y="1292"/>
                  </a:lnTo>
                  <a:lnTo>
                    <a:pt x="500" y="3001"/>
                  </a:lnTo>
                  <a:cubicBezTo>
                    <a:pt x="1169" y="2935"/>
                    <a:pt x="1756" y="2450"/>
                    <a:pt x="1921" y="1756"/>
                  </a:cubicBezTo>
                  <a:cubicBezTo>
                    <a:pt x="2091" y="1066"/>
                    <a:pt x="1792" y="371"/>
                    <a:pt x="1231" y="0"/>
                  </a:cubicBezTo>
                  <a:close/>
                </a:path>
              </a:pathLst>
            </a:custGeom>
            <a:solidFill>
              <a:srgbClr val="856C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5"/>
            <p:cNvSpPr/>
            <p:nvPr/>
          </p:nvSpPr>
          <p:spPr>
            <a:xfrm rot="-9000061">
              <a:off x="8415969" y="4047784"/>
              <a:ext cx="119695" cy="71860"/>
            </a:xfrm>
            <a:custGeom>
              <a:avLst/>
              <a:gdLst/>
              <a:ahLst/>
              <a:cxnLst/>
              <a:rect l="l" t="t" r="r" b="b"/>
              <a:pathLst>
                <a:path w="2770" h="1663" extrusionOk="0">
                  <a:moveTo>
                    <a:pt x="1113" y="1"/>
                  </a:moveTo>
                  <a:lnTo>
                    <a:pt x="1" y="1169"/>
                  </a:lnTo>
                  <a:cubicBezTo>
                    <a:pt x="206" y="1380"/>
                    <a:pt x="479" y="1539"/>
                    <a:pt x="783" y="1617"/>
                  </a:cubicBezTo>
                  <a:cubicBezTo>
                    <a:pt x="913" y="1648"/>
                    <a:pt x="1042" y="1663"/>
                    <a:pt x="1170" y="1663"/>
                  </a:cubicBezTo>
                  <a:cubicBezTo>
                    <a:pt x="1915" y="1663"/>
                    <a:pt x="2589" y="1159"/>
                    <a:pt x="2770" y="407"/>
                  </a:cubicBezTo>
                  <a:lnTo>
                    <a:pt x="1113" y="1"/>
                  </a:lnTo>
                  <a:close/>
                </a:path>
              </a:pathLst>
            </a:custGeom>
            <a:solidFill>
              <a:srgbClr val="856C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8" name="Google Shape;1538;p35"/>
            <p:cNvGrpSpPr/>
            <p:nvPr/>
          </p:nvGrpSpPr>
          <p:grpSpPr>
            <a:xfrm rot="-9000061">
              <a:off x="8127233" y="3355308"/>
              <a:ext cx="838775" cy="828145"/>
              <a:chOff x="9805175" y="3097375"/>
              <a:chExt cx="485275" cy="479125"/>
            </a:xfrm>
          </p:grpSpPr>
          <p:sp>
            <p:nvSpPr>
              <p:cNvPr id="1539" name="Google Shape;1539;p35"/>
              <p:cNvSpPr/>
              <p:nvPr/>
            </p:nvSpPr>
            <p:spPr>
              <a:xfrm>
                <a:off x="9943525" y="3097375"/>
                <a:ext cx="88725" cy="69800"/>
              </a:xfrm>
              <a:custGeom>
                <a:avLst/>
                <a:gdLst/>
                <a:ahLst/>
                <a:cxnLst/>
                <a:rect l="l" t="t" r="r" b="b"/>
                <a:pathLst>
                  <a:path w="3549" h="2792" extrusionOk="0">
                    <a:moveTo>
                      <a:pt x="1731" y="1"/>
                    </a:moveTo>
                    <a:cubicBezTo>
                      <a:pt x="993" y="1"/>
                      <a:pt x="324" y="504"/>
                      <a:pt x="140" y="1253"/>
                    </a:cubicBezTo>
                    <a:cubicBezTo>
                      <a:pt x="1" y="1824"/>
                      <a:pt x="181" y="2401"/>
                      <a:pt x="563" y="2792"/>
                    </a:cubicBezTo>
                    <a:lnTo>
                      <a:pt x="1675" y="1624"/>
                    </a:lnTo>
                    <a:lnTo>
                      <a:pt x="3332" y="2030"/>
                    </a:lnTo>
                    <a:cubicBezTo>
                      <a:pt x="3548" y="1149"/>
                      <a:pt x="3003" y="259"/>
                      <a:pt x="2122" y="49"/>
                    </a:cubicBezTo>
                    <a:cubicBezTo>
                      <a:pt x="1991" y="16"/>
                      <a:pt x="1860" y="1"/>
                      <a:pt x="17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5"/>
              <p:cNvSpPr/>
              <p:nvPr/>
            </p:nvSpPr>
            <p:spPr>
              <a:xfrm>
                <a:off x="10145075" y="3145425"/>
                <a:ext cx="85375" cy="80075"/>
              </a:xfrm>
              <a:custGeom>
                <a:avLst/>
                <a:gdLst/>
                <a:ahLst/>
                <a:cxnLst/>
                <a:rect l="l" t="t" r="r" b="b"/>
                <a:pathLst>
                  <a:path w="3415" h="3203" extrusionOk="0">
                    <a:moveTo>
                      <a:pt x="1602" y="1"/>
                    </a:moveTo>
                    <a:cubicBezTo>
                      <a:pt x="858" y="1"/>
                      <a:pt x="185" y="504"/>
                      <a:pt x="1" y="1256"/>
                    </a:cubicBezTo>
                    <a:lnTo>
                      <a:pt x="1669" y="1658"/>
                    </a:lnTo>
                    <a:lnTo>
                      <a:pt x="2122" y="3202"/>
                    </a:lnTo>
                    <a:cubicBezTo>
                      <a:pt x="2638" y="3027"/>
                      <a:pt x="3059" y="2599"/>
                      <a:pt x="3199" y="2029"/>
                    </a:cubicBezTo>
                    <a:cubicBezTo>
                      <a:pt x="3415" y="1154"/>
                      <a:pt x="2869" y="263"/>
                      <a:pt x="1989" y="47"/>
                    </a:cubicBezTo>
                    <a:cubicBezTo>
                      <a:pt x="1859" y="16"/>
                      <a:pt x="1729" y="1"/>
                      <a:pt x="16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5"/>
              <p:cNvSpPr/>
              <p:nvPr/>
            </p:nvSpPr>
            <p:spPr>
              <a:xfrm>
                <a:off x="10216775" y="3344650"/>
                <a:ext cx="73675" cy="82250"/>
              </a:xfrm>
              <a:custGeom>
                <a:avLst/>
                <a:gdLst/>
                <a:ahLst/>
                <a:cxnLst/>
                <a:rect l="l" t="t" r="r" b="b"/>
                <a:pathLst>
                  <a:path w="2947" h="3290" extrusionOk="0">
                    <a:moveTo>
                      <a:pt x="1139" y="0"/>
                    </a:moveTo>
                    <a:cubicBezTo>
                      <a:pt x="978" y="0"/>
                      <a:pt x="820" y="24"/>
                      <a:pt x="670" y="67"/>
                    </a:cubicBezTo>
                    <a:lnTo>
                      <a:pt x="1134" y="1642"/>
                    </a:lnTo>
                    <a:lnTo>
                      <a:pt x="1" y="2832"/>
                    </a:lnTo>
                    <a:cubicBezTo>
                      <a:pt x="202" y="3028"/>
                      <a:pt x="454" y="3172"/>
                      <a:pt x="747" y="3244"/>
                    </a:cubicBezTo>
                    <a:cubicBezTo>
                      <a:pt x="876" y="3275"/>
                      <a:pt x="1005" y="3290"/>
                      <a:pt x="1132" y="3290"/>
                    </a:cubicBezTo>
                    <a:cubicBezTo>
                      <a:pt x="1873" y="3290"/>
                      <a:pt x="2546" y="2786"/>
                      <a:pt x="2730" y="2034"/>
                    </a:cubicBezTo>
                    <a:cubicBezTo>
                      <a:pt x="2946" y="1148"/>
                      <a:pt x="2400" y="259"/>
                      <a:pt x="1525" y="47"/>
                    </a:cubicBezTo>
                    <a:cubicBezTo>
                      <a:pt x="1396" y="15"/>
                      <a:pt x="1266" y="0"/>
                      <a:pt x="11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35"/>
              <p:cNvSpPr/>
              <p:nvPr/>
            </p:nvSpPr>
            <p:spPr>
              <a:xfrm>
                <a:off x="10055125" y="3506575"/>
                <a:ext cx="88725" cy="69925"/>
              </a:xfrm>
              <a:custGeom>
                <a:avLst/>
                <a:gdLst/>
                <a:ahLst/>
                <a:cxnLst/>
                <a:rect l="l" t="t" r="r" b="b"/>
                <a:pathLst>
                  <a:path w="3549" h="2797" extrusionOk="0">
                    <a:moveTo>
                      <a:pt x="2992" y="0"/>
                    </a:moveTo>
                    <a:lnTo>
                      <a:pt x="1880" y="1169"/>
                    </a:lnTo>
                    <a:lnTo>
                      <a:pt x="212" y="763"/>
                    </a:lnTo>
                    <a:lnTo>
                      <a:pt x="212" y="763"/>
                    </a:lnTo>
                    <a:cubicBezTo>
                      <a:pt x="1" y="1647"/>
                      <a:pt x="541" y="2533"/>
                      <a:pt x="1422" y="2749"/>
                    </a:cubicBezTo>
                    <a:cubicBezTo>
                      <a:pt x="1553" y="2781"/>
                      <a:pt x="1684" y="2797"/>
                      <a:pt x="1813" y="2797"/>
                    </a:cubicBezTo>
                    <a:cubicBezTo>
                      <a:pt x="2556" y="2797"/>
                      <a:pt x="3229" y="2289"/>
                      <a:pt x="3409" y="1540"/>
                    </a:cubicBezTo>
                    <a:cubicBezTo>
                      <a:pt x="3548" y="968"/>
                      <a:pt x="3373" y="397"/>
                      <a:pt x="29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35"/>
              <p:cNvSpPr/>
              <p:nvPr/>
            </p:nvSpPr>
            <p:spPr>
              <a:xfrm>
                <a:off x="9857025" y="3448250"/>
                <a:ext cx="85150" cy="80150"/>
              </a:xfrm>
              <a:custGeom>
                <a:avLst/>
                <a:gdLst/>
                <a:ahLst/>
                <a:cxnLst/>
                <a:rect l="l" t="t" r="r" b="b"/>
                <a:pathLst>
                  <a:path w="3406" h="3206" extrusionOk="0">
                    <a:moveTo>
                      <a:pt x="1293" y="0"/>
                    </a:moveTo>
                    <a:cubicBezTo>
                      <a:pt x="773" y="171"/>
                      <a:pt x="352" y="603"/>
                      <a:pt x="212" y="1174"/>
                    </a:cubicBezTo>
                    <a:cubicBezTo>
                      <a:pt x="1" y="2055"/>
                      <a:pt x="542" y="2946"/>
                      <a:pt x="1422" y="3157"/>
                    </a:cubicBezTo>
                    <a:cubicBezTo>
                      <a:pt x="1553" y="3190"/>
                      <a:pt x="1684" y="3205"/>
                      <a:pt x="1813" y="3205"/>
                    </a:cubicBezTo>
                    <a:cubicBezTo>
                      <a:pt x="2553" y="3205"/>
                      <a:pt x="3225" y="2701"/>
                      <a:pt x="3405" y="1947"/>
                    </a:cubicBezTo>
                    <a:lnTo>
                      <a:pt x="1747" y="1545"/>
                    </a:lnTo>
                    <a:lnTo>
                      <a:pt x="12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5"/>
              <p:cNvSpPr/>
              <p:nvPr/>
            </p:nvSpPr>
            <p:spPr>
              <a:xfrm>
                <a:off x="9805175" y="3248875"/>
                <a:ext cx="67975" cy="82250"/>
              </a:xfrm>
              <a:custGeom>
                <a:avLst/>
                <a:gdLst/>
                <a:ahLst/>
                <a:cxnLst/>
                <a:rect l="l" t="t" r="r" b="b"/>
                <a:pathLst>
                  <a:path w="2719" h="3290" extrusionOk="0">
                    <a:moveTo>
                      <a:pt x="1807" y="0"/>
                    </a:moveTo>
                    <a:cubicBezTo>
                      <a:pt x="1068" y="0"/>
                      <a:pt x="396" y="504"/>
                      <a:pt x="212" y="1258"/>
                    </a:cubicBezTo>
                    <a:cubicBezTo>
                      <a:pt x="0" y="2137"/>
                      <a:pt x="542" y="3028"/>
                      <a:pt x="1421" y="3239"/>
                    </a:cubicBezTo>
                    <a:cubicBezTo>
                      <a:pt x="1549" y="3273"/>
                      <a:pt x="1674" y="3289"/>
                      <a:pt x="1795" y="3289"/>
                    </a:cubicBezTo>
                    <a:cubicBezTo>
                      <a:pt x="1860" y="3289"/>
                      <a:pt x="1925" y="3284"/>
                      <a:pt x="1988" y="3275"/>
                    </a:cubicBezTo>
                    <a:lnTo>
                      <a:pt x="1488" y="1566"/>
                    </a:lnTo>
                    <a:lnTo>
                      <a:pt x="2719" y="274"/>
                    </a:lnTo>
                    <a:cubicBezTo>
                      <a:pt x="2564" y="167"/>
                      <a:pt x="2390" y="94"/>
                      <a:pt x="2199" y="48"/>
                    </a:cubicBezTo>
                    <a:cubicBezTo>
                      <a:pt x="2067" y="16"/>
                      <a:pt x="1936" y="0"/>
                      <a:pt x="18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5"/>
              <p:cNvSpPr/>
              <p:nvPr/>
            </p:nvSpPr>
            <p:spPr>
              <a:xfrm>
                <a:off x="9836600" y="3132275"/>
                <a:ext cx="414300" cy="409200"/>
              </a:xfrm>
              <a:custGeom>
                <a:avLst/>
                <a:gdLst/>
                <a:ahLst/>
                <a:cxnLst/>
                <a:rect l="l" t="t" r="r" b="b"/>
                <a:pathLst>
                  <a:path w="16572" h="16368" extrusionOk="0">
                    <a:moveTo>
                      <a:pt x="6019" y="459"/>
                    </a:moveTo>
                    <a:lnTo>
                      <a:pt x="13844" y="2359"/>
                    </a:lnTo>
                    <a:lnTo>
                      <a:pt x="16108" y="10082"/>
                    </a:lnTo>
                    <a:lnTo>
                      <a:pt x="10554" y="15909"/>
                    </a:lnTo>
                    <a:lnTo>
                      <a:pt x="2728" y="14010"/>
                    </a:lnTo>
                    <a:lnTo>
                      <a:pt x="463" y="6287"/>
                    </a:lnTo>
                    <a:lnTo>
                      <a:pt x="6019" y="459"/>
                    </a:lnTo>
                    <a:close/>
                    <a:moveTo>
                      <a:pt x="5884" y="1"/>
                    </a:moveTo>
                    <a:lnTo>
                      <a:pt x="0" y="6174"/>
                    </a:lnTo>
                    <a:lnTo>
                      <a:pt x="2400" y="14355"/>
                    </a:lnTo>
                    <a:lnTo>
                      <a:pt x="10688" y="16367"/>
                    </a:lnTo>
                    <a:lnTo>
                      <a:pt x="16572" y="10194"/>
                    </a:lnTo>
                    <a:lnTo>
                      <a:pt x="14174" y="2013"/>
                    </a:lnTo>
                    <a:lnTo>
                      <a:pt x="58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6" name="Google Shape;1546;p35"/>
          <p:cNvGrpSpPr/>
          <p:nvPr/>
        </p:nvGrpSpPr>
        <p:grpSpPr>
          <a:xfrm rot="224">
            <a:off x="558702" y="3405204"/>
            <a:ext cx="838792" cy="1454853"/>
            <a:chOff x="1183950" y="3653250"/>
            <a:chExt cx="545875" cy="946800"/>
          </a:xfrm>
        </p:grpSpPr>
        <p:sp>
          <p:nvSpPr>
            <p:cNvPr id="1547" name="Google Shape;1547;p35"/>
            <p:cNvSpPr/>
            <p:nvPr/>
          </p:nvSpPr>
          <p:spPr>
            <a:xfrm>
              <a:off x="1665700" y="4282750"/>
              <a:ext cx="33875" cy="39950"/>
            </a:xfrm>
            <a:custGeom>
              <a:avLst/>
              <a:gdLst/>
              <a:ahLst/>
              <a:cxnLst/>
              <a:rect l="l" t="t" r="r" b="b"/>
              <a:pathLst>
                <a:path w="1355" h="1598" extrusionOk="0">
                  <a:moveTo>
                    <a:pt x="1" y="1"/>
                  </a:moveTo>
                  <a:lnTo>
                    <a:pt x="1" y="1597"/>
                  </a:lnTo>
                  <a:lnTo>
                    <a:pt x="557" y="1597"/>
                  </a:lnTo>
                  <a:cubicBezTo>
                    <a:pt x="778" y="1597"/>
                    <a:pt x="979" y="1505"/>
                    <a:pt x="1124" y="1360"/>
                  </a:cubicBezTo>
                  <a:cubicBezTo>
                    <a:pt x="1267" y="1217"/>
                    <a:pt x="1355" y="1015"/>
                    <a:pt x="1355" y="799"/>
                  </a:cubicBezTo>
                  <a:cubicBezTo>
                    <a:pt x="1355" y="357"/>
                    <a:pt x="994" y="1"/>
                    <a:pt x="557" y="1"/>
                  </a:cubicBezTo>
                  <a:close/>
                </a:path>
              </a:pathLst>
            </a:custGeom>
            <a:solidFill>
              <a:srgbClr val="856C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35"/>
            <p:cNvSpPr/>
            <p:nvPr/>
          </p:nvSpPr>
          <p:spPr>
            <a:xfrm>
              <a:off x="1611775" y="4193825"/>
              <a:ext cx="53950" cy="213175"/>
            </a:xfrm>
            <a:custGeom>
              <a:avLst/>
              <a:gdLst/>
              <a:ahLst/>
              <a:cxnLst/>
              <a:rect l="l" t="t" r="r" b="b"/>
              <a:pathLst>
                <a:path w="2158" h="8527" extrusionOk="0">
                  <a:moveTo>
                    <a:pt x="1082" y="1"/>
                  </a:moveTo>
                  <a:cubicBezTo>
                    <a:pt x="490" y="1"/>
                    <a:pt x="0" y="485"/>
                    <a:pt x="0" y="1077"/>
                  </a:cubicBezTo>
                  <a:lnTo>
                    <a:pt x="0" y="2873"/>
                  </a:lnTo>
                  <a:lnTo>
                    <a:pt x="0" y="6019"/>
                  </a:lnTo>
                  <a:lnTo>
                    <a:pt x="0" y="7445"/>
                  </a:lnTo>
                  <a:cubicBezTo>
                    <a:pt x="0" y="8037"/>
                    <a:pt x="490" y="8526"/>
                    <a:pt x="1082" y="8526"/>
                  </a:cubicBezTo>
                  <a:cubicBezTo>
                    <a:pt x="1675" y="8526"/>
                    <a:pt x="2158" y="8037"/>
                    <a:pt x="2158" y="7445"/>
                  </a:cubicBezTo>
                  <a:lnTo>
                    <a:pt x="2158" y="5154"/>
                  </a:lnTo>
                  <a:lnTo>
                    <a:pt x="2158" y="3558"/>
                  </a:lnTo>
                  <a:lnTo>
                    <a:pt x="2158" y="1077"/>
                  </a:lnTo>
                  <a:cubicBezTo>
                    <a:pt x="2158" y="784"/>
                    <a:pt x="2034" y="511"/>
                    <a:pt x="1839" y="321"/>
                  </a:cubicBezTo>
                  <a:cubicBezTo>
                    <a:pt x="1649" y="124"/>
                    <a:pt x="1376" y="1"/>
                    <a:pt x="10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35"/>
            <p:cNvSpPr/>
            <p:nvPr/>
          </p:nvSpPr>
          <p:spPr>
            <a:xfrm>
              <a:off x="1606650" y="4188700"/>
              <a:ext cx="64250" cy="223450"/>
            </a:xfrm>
            <a:custGeom>
              <a:avLst/>
              <a:gdLst/>
              <a:ahLst/>
              <a:cxnLst/>
              <a:rect l="l" t="t" r="r" b="b"/>
              <a:pathLst>
                <a:path w="2570" h="8938" extrusionOk="0">
                  <a:moveTo>
                    <a:pt x="1287" y="1"/>
                  </a:moveTo>
                  <a:cubicBezTo>
                    <a:pt x="576" y="1"/>
                    <a:pt x="0" y="576"/>
                    <a:pt x="0" y="1282"/>
                  </a:cubicBezTo>
                  <a:lnTo>
                    <a:pt x="0" y="7650"/>
                  </a:lnTo>
                  <a:cubicBezTo>
                    <a:pt x="0" y="8361"/>
                    <a:pt x="576" y="8938"/>
                    <a:pt x="1287" y="8938"/>
                  </a:cubicBezTo>
                  <a:cubicBezTo>
                    <a:pt x="1992" y="8938"/>
                    <a:pt x="2569" y="8361"/>
                    <a:pt x="2569" y="7650"/>
                  </a:cubicBezTo>
                  <a:lnTo>
                    <a:pt x="2569" y="5359"/>
                  </a:lnTo>
                  <a:cubicBezTo>
                    <a:pt x="2569" y="5246"/>
                    <a:pt x="2476" y="5153"/>
                    <a:pt x="2363" y="5153"/>
                  </a:cubicBezTo>
                  <a:cubicBezTo>
                    <a:pt x="2250" y="5153"/>
                    <a:pt x="2158" y="5246"/>
                    <a:pt x="2158" y="5359"/>
                  </a:cubicBezTo>
                  <a:lnTo>
                    <a:pt x="2158" y="7650"/>
                  </a:lnTo>
                  <a:cubicBezTo>
                    <a:pt x="2158" y="8134"/>
                    <a:pt x="1766" y="8526"/>
                    <a:pt x="1287" y="8526"/>
                  </a:cubicBezTo>
                  <a:cubicBezTo>
                    <a:pt x="803" y="8526"/>
                    <a:pt x="412" y="8134"/>
                    <a:pt x="412" y="7650"/>
                  </a:cubicBezTo>
                  <a:lnTo>
                    <a:pt x="412" y="1282"/>
                  </a:lnTo>
                  <a:cubicBezTo>
                    <a:pt x="412" y="804"/>
                    <a:pt x="803" y="412"/>
                    <a:pt x="1287" y="412"/>
                  </a:cubicBezTo>
                  <a:cubicBezTo>
                    <a:pt x="1514" y="412"/>
                    <a:pt x="1740" y="505"/>
                    <a:pt x="1899" y="669"/>
                  </a:cubicBezTo>
                  <a:cubicBezTo>
                    <a:pt x="2065" y="828"/>
                    <a:pt x="2158" y="1056"/>
                    <a:pt x="2158" y="1282"/>
                  </a:cubicBezTo>
                  <a:lnTo>
                    <a:pt x="2158" y="3763"/>
                  </a:lnTo>
                  <a:cubicBezTo>
                    <a:pt x="2158" y="3877"/>
                    <a:pt x="2250" y="3969"/>
                    <a:pt x="2363" y="3969"/>
                  </a:cubicBezTo>
                  <a:cubicBezTo>
                    <a:pt x="2476" y="3969"/>
                    <a:pt x="2569" y="3877"/>
                    <a:pt x="2569" y="3763"/>
                  </a:cubicBezTo>
                  <a:lnTo>
                    <a:pt x="2569" y="1282"/>
                  </a:lnTo>
                  <a:cubicBezTo>
                    <a:pt x="2569" y="947"/>
                    <a:pt x="2430" y="618"/>
                    <a:pt x="2194" y="376"/>
                  </a:cubicBezTo>
                  <a:cubicBezTo>
                    <a:pt x="1951" y="139"/>
                    <a:pt x="1621" y="1"/>
                    <a:pt x="12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35"/>
            <p:cNvSpPr/>
            <p:nvPr/>
          </p:nvSpPr>
          <p:spPr>
            <a:xfrm>
              <a:off x="1660575" y="4277625"/>
              <a:ext cx="44175" cy="50225"/>
            </a:xfrm>
            <a:custGeom>
              <a:avLst/>
              <a:gdLst/>
              <a:ahLst/>
              <a:cxnLst/>
              <a:rect l="l" t="t" r="r" b="b"/>
              <a:pathLst>
                <a:path w="1767" h="2009" extrusionOk="0">
                  <a:moveTo>
                    <a:pt x="762" y="412"/>
                  </a:moveTo>
                  <a:cubicBezTo>
                    <a:pt x="1092" y="412"/>
                    <a:pt x="1360" y="675"/>
                    <a:pt x="1360" y="1004"/>
                  </a:cubicBezTo>
                  <a:cubicBezTo>
                    <a:pt x="1360" y="1159"/>
                    <a:pt x="1292" y="1313"/>
                    <a:pt x="1184" y="1422"/>
                  </a:cubicBezTo>
                  <a:cubicBezTo>
                    <a:pt x="1071" y="1534"/>
                    <a:pt x="921" y="1596"/>
                    <a:pt x="762" y="1596"/>
                  </a:cubicBezTo>
                  <a:lnTo>
                    <a:pt x="412" y="1596"/>
                  </a:lnTo>
                  <a:lnTo>
                    <a:pt x="412" y="412"/>
                  </a:lnTo>
                  <a:close/>
                  <a:moveTo>
                    <a:pt x="206" y="1"/>
                  </a:moveTo>
                  <a:cubicBezTo>
                    <a:pt x="93" y="1"/>
                    <a:pt x="1" y="93"/>
                    <a:pt x="1" y="206"/>
                  </a:cubicBezTo>
                  <a:lnTo>
                    <a:pt x="1" y="1802"/>
                  </a:lnTo>
                  <a:cubicBezTo>
                    <a:pt x="1" y="1916"/>
                    <a:pt x="93" y="2009"/>
                    <a:pt x="206" y="2009"/>
                  </a:cubicBezTo>
                  <a:lnTo>
                    <a:pt x="762" y="2009"/>
                  </a:lnTo>
                  <a:cubicBezTo>
                    <a:pt x="1030" y="2009"/>
                    <a:pt x="1287" y="1900"/>
                    <a:pt x="1472" y="1715"/>
                  </a:cubicBezTo>
                  <a:cubicBezTo>
                    <a:pt x="1663" y="1524"/>
                    <a:pt x="1766" y="1267"/>
                    <a:pt x="1766" y="1004"/>
                  </a:cubicBezTo>
                  <a:cubicBezTo>
                    <a:pt x="1766" y="448"/>
                    <a:pt x="1318" y="1"/>
                    <a:pt x="7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35"/>
            <p:cNvSpPr/>
            <p:nvPr/>
          </p:nvSpPr>
          <p:spPr>
            <a:xfrm>
              <a:off x="1372525" y="4047625"/>
              <a:ext cx="170950" cy="66450"/>
            </a:xfrm>
            <a:custGeom>
              <a:avLst/>
              <a:gdLst/>
              <a:ahLst/>
              <a:cxnLst/>
              <a:rect l="l" t="t" r="r" b="b"/>
              <a:pathLst>
                <a:path w="6838" h="2658" extrusionOk="0">
                  <a:moveTo>
                    <a:pt x="1957" y="1"/>
                  </a:moveTo>
                  <a:lnTo>
                    <a:pt x="1" y="2657"/>
                  </a:lnTo>
                  <a:lnTo>
                    <a:pt x="6837" y="2657"/>
                  </a:lnTo>
                  <a:lnTo>
                    <a:pt x="5015" y="62"/>
                  </a:lnTo>
                  <a:lnTo>
                    <a:pt x="4525" y="57"/>
                  </a:lnTo>
                  <a:lnTo>
                    <a:pt x="2626" y="15"/>
                  </a:lnTo>
                  <a:lnTo>
                    <a:pt x="1957" y="1"/>
                  </a:lnTo>
                  <a:close/>
                </a:path>
              </a:pathLst>
            </a:custGeom>
            <a:solidFill>
              <a:srgbClr val="A4C5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35"/>
            <p:cNvSpPr/>
            <p:nvPr/>
          </p:nvSpPr>
          <p:spPr>
            <a:xfrm>
              <a:off x="1435200" y="3961375"/>
              <a:ext cx="53575" cy="87700"/>
            </a:xfrm>
            <a:custGeom>
              <a:avLst/>
              <a:gdLst/>
              <a:ahLst/>
              <a:cxnLst/>
              <a:rect l="l" t="t" r="r" b="b"/>
              <a:pathLst>
                <a:path w="2143" h="3508" extrusionOk="0">
                  <a:moveTo>
                    <a:pt x="1071" y="1"/>
                  </a:moveTo>
                  <a:cubicBezTo>
                    <a:pt x="583" y="1"/>
                    <a:pt x="165" y="742"/>
                    <a:pt x="42" y="1752"/>
                  </a:cubicBezTo>
                  <a:cubicBezTo>
                    <a:pt x="16" y="1958"/>
                    <a:pt x="1" y="2168"/>
                    <a:pt x="1" y="2390"/>
                  </a:cubicBezTo>
                  <a:cubicBezTo>
                    <a:pt x="1" y="2776"/>
                    <a:pt x="42" y="3142"/>
                    <a:pt x="119" y="3465"/>
                  </a:cubicBezTo>
                  <a:lnTo>
                    <a:pt x="2018" y="3507"/>
                  </a:lnTo>
                  <a:cubicBezTo>
                    <a:pt x="2101" y="3173"/>
                    <a:pt x="2142" y="2792"/>
                    <a:pt x="2142" y="2390"/>
                  </a:cubicBezTo>
                  <a:cubicBezTo>
                    <a:pt x="2142" y="2168"/>
                    <a:pt x="2132" y="1958"/>
                    <a:pt x="2101" y="1752"/>
                  </a:cubicBezTo>
                  <a:cubicBezTo>
                    <a:pt x="1978" y="742"/>
                    <a:pt x="1565" y="1"/>
                    <a:pt x="10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35"/>
            <p:cNvSpPr/>
            <p:nvPr/>
          </p:nvSpPr>
          <p:spPr>
            <a:xfrm>
              <a:off x="1200450" y="4202975"/>
              <a:ext cx="512925" cy="328225"/>
            </a:xfrm>
            <a:custGeom>
              <a:avLst/>
              <a:gdLst/>
              <a:ahLst/>
              <a:cxnLst/>
              <a:rect l="l" t="t" r="r" b="b"/>
              <a:pathLst>
                <a:path w="20517" h="13129" extrusionOk="0">
                  <a:moveTo>
                    <a:pt x="8526" y="0"/>
                  </a:moveTo>
                  <a:lnTo>
                    <a:pt x="8526" y="9370"/>
                  </a:lnTo>
                  <a:cubicBezTo>
                    <a:pt x="4458" y="9700"/>
                    <a:pt x="1163" y="11182"/>
                    <a:pt x="0" y="13129"/>
                  </a:cubicBezTo>
                  <a:lnTo>
                    <a:pt x="20516" y="13129"/>
                  </a:lnTo>
                  <a:cubicBezTo>
                    <a:pt x="19352" y="11182"/>
                    <a:pt x="16052" y="9700"/>
                    <a:pt x="11990" y="9370"/>
                  </a:cubicBezTo>
                  <a:lnTo>
                    <a:pt x="11990" y="5653"/>
                  </a:lnTo>
                  <a:lnTo>
                    <a:pt x="16453" y="5653"/>
                  </a:lnTo>
                  <a:lnTo>
                    <a:pt x="16453" y="2507"/>
                  </a:lnTo>
                  <a:lnTo>
                    <a:pt x="11990" y="2507"/>
                  </a:lnTo>
                  <a:lnTo>
                    <a:pt x="119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35"/>
            <p:cNvSpPr/>
            <p:nvPr/>
          </p:nvSpPr>
          <p:spPr>
            <a:xfrm>
              <a:off x="1189100" y="4531175"/>
              <a:ext cx="535600" cy="63875"/>
            </a:xfrm>
            <a:custGeom>
              <a:avLst/>
              <a:gdLst/>
              <a:ahLst/>
              <a:cxnLst/>
              <a:rect l="l" t="t" r="r" b="b"/>
              <a:pathLst>
                <a:path w="21424" h="2555" extrusionOk="0">
                  <a:moveTo>
                    <a:pt x="454" y="1"/>
                  </a:moveTo>
                  <a:cubicBezTo>
                    <a:pt x="155" y="490"/>
                    <a:pt x="1" y="1010"/>
                    <a:pt x="1" y="1550"/>
                  </a:cubicBezTo>
                  <a:cubicBezTo>
                    <a:pt x="1" y="1890"/>
                    <a:pt x="68" y="2225"/>
                    <a:pt x="191" y="2554"/>
                  </a:cubicBezTo>
                  <a:lnTo>
                    <a:pt x="21238" y="2554"/>
                  </a:lnTo>
                  <a:cubicBezTo>
                    <a:pt x="21362" y="2225"/>
                    <a:pt x="21424" y="1890"/>
                    <a:pt x="21424" y="1550"/>
                  </a:cubicBezTo>
                  <a:cubicBezTo>
                    <a:pt x="21424" y="1010"/>
                    <a:pt x="21269" y="490"/>
                    <a:pt x="2097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35"/>
            <p:cNvSpPr/>
            <p:nvPr/>
          </p:nvSpPr>
          <p:spPr>
            <a:xfrm>
              <a:off x="1245475" y="3653250"/>
              <a:ext cx="418825" cy="351925"/>
            </a:xfrm>
            <a:custGeom>
              <a:avLst/>
              <a:gdLst/>
              <a:ahLst/>
              <a:cxnLst/>
              <a:rect l="l" t="t" r="r" b="b"/>
              <a:pathLst>
                <a:path w="16753" h="14077" extrusionOk="0">
                  <a:moveTo>
                    <a:pt x="8500" y="1"/>
                  </a:moveTo>
                  <a:cubicBezTo>
                    <a:pt x="1" y="11075"/>
                    <a:pt x="6678" y="14077"/>
                    <a:pt x="6678" y="14077"/>
                  </a:cubicBezTo>
                  <a:lnTo>
                    <a:pt x="7631" y="14077"/>
                  </a:lnTo>
                  <a:cubicBezTo>
                    <a:pt x="7754" y="13067"/>
                    <a:pt x="8172" y="12326"/>
                    <a:pt x="8660" y="12326"/>
                  </a:cubicBezTo>
                  <a:cubicBezTo>
                    <a:pt x="9154" y="12326"/>
                    <a:pt x="9567" y="13067"/>
                    <a:pt x="9690" y="14077"/>
                  </a:cubicBezTo>
                  <a:lnTo>
                    <a:pt x="10915" y="14077"/>
                  </a:lnTo>
                  <a:cubicBezTo>
                    <a:pt x="16753" y="8398"/>
                    <a:pt x="8500" y="1"/>
                    <a:pt x="8500" y="1"/>
                  </a:cubicBezTo>
                  <a:close/>
                </a:path>
              </a:pathLst>
            </a:custGeom>
            <a:solidFill>
              <a:srgbClr val="FFF3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35"/>
            <p:cNvSpPr/>
            <p:nvPr/>
          </p:nvSpPr>
          <p:spPr>
            <a:xfrm>
              <a:off x="1495050" y="4339125"/>
              <a:ext cx="224250" cy="197225"/>
            </a:xfrm>
            <a:custGeom>
              <a:avLst/>
              <a:gdLst/>
              <a:ahLst/>
              <a:cxnLst/>
              <a:rect l="l" t="t" r="r" b="b"/>
              <a:pathLst>
                <a:path w="8970" h="7889" extrusionOk="0">
                  <a:moveTo>
                    <a:pt x="206" y="1"/>
                  </a:moveTo>
                  <a:cubicBezTo>
                    <a:pt x="93" y="1"/>
                    <a:pt x="0" y="89"/>
                    <a:pt x="0" y="207"/>
                  </a:cubicBezTo>
                  <a:lnTo>
                    <a:pt x="0" y="3924"/>
                  </a:lnTo>
                  <a:cubicBezTo>
                    <a:pt x="0" y="4028"/>
                    <a:pt x="83" y="4120"/>
                    <a:pt x="190" y="4125"/>
                  </a:cubicBezTo>
                  <a:cubicBezTo>
                    <a:pt x="4134" y="4449"/>
                    <a:pt x="7425" y="5886"/>
                    <a:pt x="8557" y="7785"/>
                  </a:cubicBezTo>
                  <a:cubicBezTo>
                    <a:pt x="8599" y="7853"/>
                    <a:pt x="8665" y="7889"/>
                    <a:pt x="8732" y="7889"/>
                  </a:cubicBezTo>
                  <a:cubicBezTo>
                    <a:pt x="8773" y="7889"/>
                    <a:pt x="8809" y="7878"/>
                    <a:pt x="8840" y="7858"/>
                  </a:cubicBezTo>
                  <a:cubicBezTo>
                    <a:pt x="8938" y="7796"/>
                    <a:pt x="8969" y="7673"/>
                    <a:pt x="8912" y="7575"/>
                  </a:cubicBezTo>
                  <a:cubicBezTo>
                    <a:pt x="7728" y="5598"/>
                    <a:pt x="4403" y="4099"/>
                    <a:pt x="413" y="3734"/>
                  </a:cubicBezTo>
                  <a:lnTo>
                    <a:pt x="413" y="409"/>
                  </a:lnTo>
                  <a:lnTo>
                    <a:pt x="4669" y="409"/>
                  </a:lnTo>
                  <a:cubicBezTo>
                    <a:pt x="4783" y="409"/>
                    <a:pt x="4876" y="321"/>
                    <a:pt x="4876" y="207"/>
                  </a:cubicBezTo>
                  <a:cubicBezTo>
                    <a:pt x="4876" y="89"/>
                    <a:pt x="4783" y="1"/>
                    <a:pt x="4669" y="1"/>
                  </a:cubicBezTo>
                  <a:close/>
                </a:path>
              </a:pathLst>
            </a:custGeom>
            <a:solidFill>
              <a:srgbClr val="4C3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35"/>
            <p:cNvSpPr/>
            <p:nvPr/>
          </p:nvSpPr>
          <p:spPr>
            <a:xfrm>
              <a:off x="1495050" y="4197825"/>
              <a:ext cx="121900" cy="72875"/>
            </a:xfrm>
            <a:custGeom>
              <a:avLst/>
              <a:gdLst/>
              <a:ahLst/>
              <a:cxnLst/>
              <a:rect l="l" t="t" r="r" b="b"/>
              <a:pathLst>
                <a:path w="4876" h="2915" extrusionOk="0">
                  <a:moveTo>
                    <a:pt x="206" y="0"/>
                  </a:moveTo>
                  <a:cubicBezTo>
                    <a:pt x="93" y="0"/>
                    <a:pt x="0" y="93"/>
                    <a:pt x="0" y="206"/>
                  </a:cubicBezTo>
                  <a:lnTo>
                    <a:pt x="0" y="2713"/>
                  </a:lnTo>
                  <a:cubicBezTo>
                    <a:pt x="0" y="2827"/>
                    <a:pt x="93" y="2915"/>
                    <a:pt x="206" y="2915"/>
                  </a:cubicBezTo>
                  <a:lnTo>
                    <a:pt x="4669" y="2915"/>
                  </a:lnTo>
                  <a:cubicBezTo>
                    <a:pt x="4783" y="2915"/>
                    <a:pt x="4876" y="2827"/>
                    <a:pt x="4876" y="2713"/>
                  </a:cubicBezTo>
                  <a:cubicBezTo>
                    <a:pt x="4876" y="2595"/>
                    <a:pt x="4783" y="2508"/>
                    <a:pt x="4669" y="2508"/>
                  </a:cubicBezTo>
                  <a:lnTo>
                    <a:pt x="413" y="2508"/>
                  </a:lnTo>
                  <a:lnTo>
                    <a:pt x="413" y="206"/>
                  </a:lnTo>
                  <a:cubicBezTo>
                    <a:pt x="413" y="93"/>
                    <a:pt x="320" y="0"/>
                    <a:pt x="206" y="0"/>
                  </a:cubicBezTo>
                  <a:close/>
                </a:path>
              </a:pathLst>
            </a:custGeom>
            <a:solidFill>
              <a:srgbClr val="4C3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5"/>
            <p:cNvSpPr/>
            <p:nvPr/>
          </p:nvSpPr>
          <p:spPr>
            <a:xfrm>
              <a:off x="1194525" y="4197825"/>
              <a:ext cx="224200" cy="338525"/>
            </a:xfrm>
            <a:custGeom>
              <a:avLst/>
              <a:gdLst/>
              <a:ahLst/>
              <a:cxnLst/>
              <a:rect l="l" t="t" r="r" b="b"/>
              <a:pathLst>
                <a:path w="8968" h="13541" extrusionOk="0">
                  <a:moveTo>
                    <a:pt x="8763" y="0"/>
                  </a:moveTo>
                  <a:cubicBezTo>
                    <a:pt x="8649" y="0"/>
                    <a:pt x="8557" y="93"/>
                    <a:pt x="8557" y="206"/>
                  </a:cubicBezTo>
                  <a:lnTo>
                    <a:pt x="8557" y="9386"/>
                  </a:lnTo>
                  <a:cubicBezTo>
                    <a:pt x="4567" y="9751"/>
                    <a:pt x="1245" y="11250"/>
                    <a:pt x="62" y="13227"/>
                  </a:cubicBezTo>
                  <a:cubicBezTo>
                    <a:pt x="0" y="13325"/>
                    <a:pt x="31" y="13448"/>
                    <a:pt x="129" y="13510"/>
                  </a:cubicBezTo>
                  <a:cubicBezTo>
                    <a:pt x="164" y="13530"/>
                    <a:pt x="201" y="13541"/>
                    <a:pt x="237" y="13541"/>
                  </a:cubicBezTo>
                  <a:cubicBezTo>
                    <a:pt x="309" y="13541"/>
                    <a:pt x="376" y="13505"/>
                    <a:pt x="411" y="13437"/>
                  </a:cubicBezTo>
                  <a:cubicBezTo>
                    <a:pt x="1549" y="11538"/>
                    <a:pt x="4835" y="10101"/>
                    <a:pt x="8778" y="9777"/>
                  </a:cubicBezTo>
                  <a:cubicBezTo>
                    <a:pt x="8886" y="9772"/>
                    <a:pt x="8968" y="9680"/>
                    <a:pt x="8968" y="9576"/>
                  </a:cubicBezTo>
                  <a:lnTo>
                    <a:pt x="8968" y="206"/>
                  </a:lnTo>
                  <a:cubicBezTo>
                    <a:pt x="8968" y="93"/>
                    <a:pt x="8875" y="0"/>
                    <a:pt x="87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5"/>
            <p:cNvSpPr/>
            <p:nvPr/>
          </p:nvSpPr>
          <p:spPr>
            <a:xfrm>
              <a:off x="1183950" y="4526025"/>
              <a:ext cx="545875" cy="74025"/>
            </a:xfrm>
            <a:custGeom>
              <a:avLst/>
              <a:gdLst/>
              <a:ahLst/>
              <a:cxnLst/>
              <a:rect l="l" t="t" r="r" b="b"/>
              <a:pathLst>
                <a:path w="21835" h="2961" extrusionOk="0">
                  <a:moveTo>
                    <a:pt x="21062" y="413"/>
                  </a:moveTo>
                  <a:cubicBezTo>
                    <a:pt x="21305" y="845"/>
                    <a:pt x="21423" y="1293"/>
                    <a:pt x="21423" y="1756"/>
                  </a:cubicBezTo>
                  <a:cubicBezTo>
                    <a:pt x="21423" y="2019"/>
                    <a:pt x="21382" y="2286"/>
                    <a:pt x="21295" y="2554"/>
                  </a:cubicBezTo>
                  <a:lnTo>
                    <a:pt x="542" y="2554"/>
                  </a:lnTo>
                  <a:cubicBezTo>
                    <a:pt x="454" y="2286"/>
                    <a:pt x="413" y="2019"/>
                    <a:pt x="413" y="1756"/>
                  </a:cubicBezTo>
                  <a:cubicBezTo>
                    <a:pt x="413" y="1293"/>
                    <a:pt x="537" y="845"/>
                    <a:pt x="779" y="413"/>
                  </a:cubicBezTo>
                  <a:close/>
                  <a:moveTo>
                    <a:pt x="660" y="0"/>
                  </a:moveTo>
                  <a:cubicBezTo>
                    <a:pt x="587" y="0"/>
                    <a:pt x="521" y="37"/>
                    <a:pt x="485" y="99"/>
                  </a:cubicBezTo>
                  <a:cubicBezTo>
                    <a:pt x="166" y="629"/>
                    <a:pt x="0" y="1185"/>
                    <a:pt x="0" y="1756"/>
                  </a:cubicBezTo>
                  <a:cubicBezTo>
                    <a:pt x="0" y="2117"/>
                    <a:pt x="68" y="2478"/>
                    <a:pt x="202" y="2832"/>
                  </a:cubicBezTo>
                  <a:cubicBezTo>
                    <a:pt x="233" y="2910"/>
                    <a:pt x="309" y="2961"/>
                    <a:pt x="397" y="2961"/>
                  </a:cubicBezTo>
                  <a:lnTo>
                    <a:pt x="21444" y="2961"/>
                  </a:lnTo>
                  <a:cubicBezTo>
                    <a:pt x="21526" y="2961"/>
                    <a:pt x="21604" y="2910"/>
                    <a:pt x="21634" y="2832"/>
                  </a:cubicBezTo>
                  <a:cubicBezTo>
                    <a:pt x="21768" y="2478"/>
                    <a:pt x="21835" y="2117"/>
                    <a:pt x="21835" y="1756"/>
                  </a:cubicBezTo>
                  <a:cubicBezTo>
                    <a:pt x="21835" y="1185"/>
                    <a:pt x="21675" y="629"/>
                    <a:pt x="21356" y="99"/>
                  </a:cubicBezTo>
                  <a:cubicBezTo>
                    <a:pt x="21314" y="37"/>
                    <a:pt x="21248" y="0"/>
                    <a:pt x="21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5"/>
            <p:cNvSpPr/>
            <p:nvPr/>
          </p:nvSpPr>
          <p:spPr>
            <a:xfrm>
              <a:off x="1372525" y="4114050"/>
              <a:ext cx="170950" cy="88950"/>
            </a:xfrm>
            <a:custGeom>
              <a:avLst/>
              <a:gdLst/>
              <a:ahLst/>
              <a:cxnLst/>
              <a:rect l="l" t="t" r="r" b="b"/>
              <a:pathLst>
                <a:path w="6838" h="3558" extrusionOk="0">
                  <a:moveTo>
                    <a:pt x="1" y="0"/>
                  </a:moveTo>
                  <a:lnTo>
                    <a:pt x="1" y="3557"/>
                  </a:lnTo>
                  <a:lnTo>
                    <a:pt x="6837" y="3557"/>
                  </a:lnTo>
                  <a:lnTo>
                    <a:pt x="68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1" name="Google Shape;1561;p35"/>
          <p:cNvGrpSpPr/>
          <p:nvPr/>
        </p:nvGrpSpPr>
        <p:grpSpPr>
          <a:xfrm rot="266">
            <a:off x="7661374" y="3694058"/>
            <a:ext cx="838804" cy="1172247"/>
            <a:chOff x="4489875" y="207200"/>
            <a:chExt cx="647875" cy="905350"/>
          </a:xfrm>
        </p:grpSpPr>
        <p:sp>
          <p:nvSpPr>
            <p:cNvPr id="1562" name="Google Shape;1562;p35"/>
            <p:cNvSpPr/>
            <p:nvPr/>
          </p:nvSpPr>
          <p:spPr>
            <a:xfrm>
              <a:off x="4623525" y="212350"/>
              <a:ext cx="369025" cy="625050"/>
            </a:xfrm>
            <a:custGeom>
              <a:avLst/>
              <a:gdLst/>
              <a:ahLst/>
              <a:cxnLst/>
              <a:rect l="l" t="t" r="r" b="b"/>
              <a:pathLst>
                <a:path w="14761" h="25002" extrusionOk="0">
                  <a:moveTo>
                    <a:pt x="4213" y="0"/>
                  </a:moveTo>
                  <a:cubicBezTo>
                    <a:pt x="3893" y="0"/>
                    <a:pt x="3631" y="258"/>
                    <a:pt x="3631" y="582"/>
                  </a:cubicBezTo>
                  <a:cubicBezTo>
                    <a:pt x="3631" y="902"/>
                    <a:pt x="3893" y="1159"/>
                    <a:pt x="4213" y="1159"/>
                  </a:cubicBezTo>
                  <a:lnTo>
                    <a:pt x="4588" y="1159"/>
                  </a:lnTo>
                  <a:lnTo>
                    <a:pt x="4588" y="16928"/>
                  </a:lnTo>
                  <a:lnTo>
                    <a:pt x="0" y="25001"/>
                  </a:lnTo>
                  <a:lnTo>
                    <a:pt x="14761" y="25001"/>
                  </a:lnTo>
                  <a:lnTo>
                    <a:pt x="9576" y="16799"/>
                  </a:lnTo>
                  <a:lnTo>
                    <a:pt x="9576" y="1159"/>
                  </a:lnTo>
                  <a:lnTo>
                    <a:pt x="9952" y="1159"/>
                  </a:lnTo>
                  <a:cubicBezTo>
                    <a:pt x="10272" y="1159"/>
                    <a:pt x="10534" y="902"/>
                    <a:pt x="10534" y="582"/>
                  </a:cubicBezTo>
                  <a:cubicBezTo>
                    <a:pt x="10534" y="258"/>
                    <a:pt x="10272" y="0"/>
                    <a:pt x="99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5"/>
            <p:cNvSpPr/>
            <p:nvPr/>
          </p:nvSpPr>
          <p:spPr>
            <a:xfrm>
              <a:off x="4489875" y="837375"/>
              <a:ext cx="647875" cy="270025"/>
            </a:xfrm>
            <a:custGeom>
              <a:avLst/>
              <a:gdLst/>
              <a:ahLst/>
              <a:cxnLst/>
              <a:rect l="l" t="t" r="r" b="b"/>
              <a:pathLst>
                <a:path w="25915" h="10801" extrusionOk="0">
                  <a:moveTo>
                    <a:pt x="5346" y="0"/>
                  </a:moveTo>
                  <a:lnTo>
                    <a:pt x="636" y="8293"/>
                  </a:lnTo>
                  <a:cubicBezTo>
                    <a:pt x="0" y="9412"/>
                    <a:pt x="804" y="10800"/>
                    <a:pt x="2088" y="10800"/>
                  </a:cubicBezTo>
                  <a:cubicBezTo>
                    <a:pt x="2093" y="10800"/>
                    <a:pt x="2098" y="10800"/>
                    <a:pt x="2103" y="10800"/>
                  </a:cubicBezTo>
                  <a:lnTo>
                    <a:pt x="23804" y="10662"/>
                  </a:lnTo>
                  <a:cubicBezTo>
                    <a:pt x="25121" y="10652"/>
                    <a:pt x="25914" y="9200"/>
                    <a:pt x="25214" y="8088"/>
                  </a:cubicBezTo>
                  <a:lnTo>
                    <a:pt x="201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5"/>
            <p:cNvSpPr/>
            <p:nvPr/>
          </p:nvSpPr>
          <p:spPr>
            <a:xfrm>
              <a:off x="4490200" y="207200"/>
              <a:ext cx="647175" cy="905350"/>
            </a:xfrm>
            <a:custGeom>
              <a:avLst/>
              <a:gdLst/>
              <a:ahLst/>
              <a:cxnLst/>
              <a:rect l="l" t="t" r="r" b="b"/>
              <a:pathLst>
                <a:path w="25887" h="36214" extrusionOk="0">
                  <a:moveTo>
                    <a:pt x="15285" y="412"/>
                  </a:moveTo>
                  <a:cubicBezTo>
                    <a:pt x="15496" y="412"/>
                    <a:pt x="15667" y="583"/>
                    <a:pt x="15667" y="788"/>
                  </a:cubicBezTo>
                  <a:cubicBezTo>
                    <a:pt x="15667" y="994"/>
                    <a:pt x="15496" y="1159"/>
                    <a:pt x="15285" y="1159"/>
                  </a:cubicBezTo>
                  <a:lnTo>
                    <a:pt x="14909" y="1159"/>
                  </a:lnTo>
                  <a:cubicBezTo>
                    <a:pt x="14797" y="1159"/>
                    <a:pt x="14704" y="1251"/>
                    <a:pt x="14704" y="1365"/>
                  </a:cubicBezTo>
                  <a:lnTo>
                    <a:pt x="14704" y="17005"/>
                  </a:lnTo>
                  <a:cubicBezTo>
                    <a:pt x="14704" y="17041"/>
                    <a:pt x="14719" y="17083"/>
                    <a:pt x="14740" y="17114"/>
                  </a:cubicBezTo>
                  <a:lnTo>
                    <a:pt x="25181" y="33650"/>
                  </a:lnTo>
                  <a:cubicBezTo>
                    <a:pt x="25438" y="34056"/>
                    <a:pt x="25454" y="34556"/>
                    <a:pt x="25222" y="34978"/>
                  </a:cubicBezTo>
                  <a:cubicBezTo>
                    <a:pt x="24990" y="35401"/>
                    <a:pt x="24563" y="35658"/>
                    <a:pt x="24079" y="35663"/>
                  </a:cubicBezTo>
                  <a:lnTo>
                    <a:pt x="1812" y="35802"/>
                  </a:lnTo>
                  <a:lnTo>
                    <a:pt x="1807" y="35802"/>
                  </a:lnTo>
                  <a:cubicBezTo>
                    <a:pt x="1334" y="35802"/>
                    <a:pt x="911" y="35560"/>
                    <a:pt x="674" y="35154"/>
                  </a:cubicBezTo>
                  <a:cubicBezTo>
                    <a:pt x="433" y="34747"/>
                    <a:pt x="433" y="34258"/>
                    <a:pt x="664" y="33840"/>
                  </a:cubicBezTo>
                  <a:lnTo>
                    <a:pt x="5514" y="25310"/>
                  </a:lnTo>
                  <a:lnTo>
                    <a:pt x="10095" y="17238"/>
                  </a:lnTo>
                  <a:cubicBezTo>
                    <a:pt x="10116" y="17207"/>
                    <a:pt x="10126" y="17171"/>
                    <a:pt x="10126" y="17134"/>
                  </a:cubicBezTo>
                  <a:lnTo>
                    <a:pt x="10126" y="1365"/>
                  </a:lnTo>
                  <a:cubicBezTo>
                    <a:pt x="10126" y="1251"/>
                    <a:pt x="10034" y="1159"/>
                    <a:pt x="9921" y="1159"/>
                  </a:cubicBezTo>
                  <a:lnTo>
                    <a:pt x="9546" y="1159"/>
                  </a:lnTo>
                  <a:cubicBezTo>
                    <a:pt x="9339" y="1159"/>
                    <a:pt x="9169" y="994"/>
                    <a:pt x="9169" y="788"/>
                  </a:cubicBezTo>
                  <a:cubicBezTo>
                    <a:pt x="9169" y="583"/>
                    <a:pt x="9339" y="412"/>
                    <a:pt x="9546" y="412"/>
                  </a:cubicBezTo>
                  <a:close/>
                  <a:moveTo>
                    <a:pt x="9546" y="1"/>
                  </a:moveTo>
                  <a:cubicBezTo>
                    <a:pt x="9107" y="1"/>
                    <a:pt x="8757" y="356"/>
                    <a:pt x="8757" y="788"/>
                  </a:cubicBezTo>
                  <a:cubicBezTo>
                    <a:pt x="8757" y="1221"/>
                    <a:pt x="9107" y="1571"/>
                    <a:pt x="9546" y="1571"/>
                  </a:cubicBezTo>
                  <a:lnTo>
                    <a:pt x="9715" y="1571"/>
                  </a:lnTo>
                  <a:lnTo>
                    <a:pt x="9715" y="17083"/>
                  </a:lnTo>
                  <a:lnTo>
                    <a:pt x="309" y="33640"/>
                  </a:lnTo>
                  <a:cubicBezTo>
                    <a:pt x="1" y="34180"/>
                    <a:pt x="6" y="34824"/>
                    <a:pt x="319" y="35365"/>
                  </a:cubicBezTo>
                  <a:cubicBezTo>
                    <a:pt x="633" y="35895"/>
                    <a:pt x="1189" y="36214"/>
                    <a:pt x="1807" y="36214"/>
                  </a:cubicBezTo>
                  <a:lnTo>
                    <a:pt x="1817" y="36214"/>
                  </a:lnTo>
                  <a:lnTo>
                    <a:pt x="24079" y="36075"/>
                  </a:lnTo>
                  <a:cubicBezTo>
                    <a:pt x="24717" y="36069"/>
                    <a:pt x="25278" y="35736"/>
                    <a:pt x="25582" y="35173"/>
                  </a:cubicBezTo>
                  <a:cubicBezTo>
                    <a:pt x="25886" y="34617"/>
                    <a:pt x="25865" y="33964"/>
                    <a:pt x="25525" y="33429"/>
                  </a:cubicBezTo>
                  <a:lnTo>
                    <a:pt x="15116" y="16943"/>
                  </a:lnTo>
                  <a:lnTo>
                    <a:pt x="15116" y="1571"/>
                  </a:lnTo>
                  <a:lnTo>
                    <a:pt x="15285" y="1571"/>
                  </a:lnTo>
                  <a:cubicBezTo>
                    <a:pt x="15724" y="1571"/>
                    <a:pt x="16073" y="1221"/>
                    <a:pt x="16073" y="788"/>
                  </a:cubicBezTo>
                  <a:cubicBezTo>
                    <a:pt x="16073" y="356"/>
                    <a:pt x="15724" y="1"/>
                    <a:pt x="152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8"/>
        <p:cNvGrpSpPr/>
        <p:nvPr/>
      </p:nvGrpSpPr>
      <p:grpSpPr>
        <a:xfrm>
          <a:off x="0" y="0"/>
          <a:ext cx="0" cy="0"/>
          <a:chOff x="0" y="0"/>
          <a:chExt cx="0" cy="0"/>
        </a:xfrm>
      </p:grpSpPr>
      <p:sp>
        <p:nvSpPr>
          <p:cNvPr id="1569" name="Google Shape;1569;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solidFill>
                  <a:schemeClr val="accent2"/>
                </a:solidFill>
              </a:rPr>
              <a:t>What is our Chemist’s Notebook</a:t>
            </a:r>
            <a:endParaRPr dirty="0">
              <a:solidFill>
                <a:schemeClr val="accent2"/>
              </a:solidFill>
            </a:endParaRPr>
          </a:p>
        </p:txBody>
      </p:sp>
      <p:sp>
        <p:nvSpPr>
          <p:cNvPr id="1570" name="Google Shape;1570;p36"/>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p>
            <a:pPr marL="285750" lvl="0" indent="-285750">
              <a:buFont typeface="Arial" panose="020B0604020202020204" pitchFamily="34" charset="0"/>
              <a:buChar char="•"/>
            </a:pPr>
            <a:r>
              <a:rPr lang="en-US" sz="1400" dirty="0"/>
              <a:t>The chemist's notebook is like a super organized and super important book. It has a lot of details about the elements in the periodic table and what they can do. It's a really good record that shows how much the chemist cares about learning about the basic parts of stuff.</a:t>
            </a:r>
          </a:p>
          <a:p>
            <a:pPr marL="285750" lvl="0" indent="-285750">
              <a:buFont typeface="Arial" panose="020B0604020202020204" pitchFamily="34" charset="0"/>
              <a:buChar char="•"/>
            </a:pPr>
            <a:endParaRPr lang="en-US" sz="1400" dirty="0"/>
          </a:p>
          <a:p>
            <a:pPr marL="285750" lvl="0" indent="-285750">
              <a:buFont typeface="Arial" panose="020B0604020202020204" pitchFamily="34" charset="0"/>
              <a:buChar char="•"/>
            </a:pPr>
            <a:r>
              <a:rPr lang="en-US" sz="1400" dirty="0"/>
              <a:t>This special notebook keeps all the details about each element in one place. It's organized in a neat way that follows where each element sits on the periodic table.</a:t>
            </a:r>
          </a:p>
          <a:p>
            <a:pPr marL="285750" lvl="0" indent="-285750">
              <a:buFont typeface="Arial" panose="020B0604020202020204" pitchFamily="34" charset="0"/>
              <a:buChar char="•"/>
            </a:pPr>
            <a:endParaRPr lang="en-US" sz="1400" dirty="0"/>
          </a:p>
          <a:p>
            <a:pPr marL="285750" lvl="0" indent="-285750">
              <a:buFont typeface="Arial" panose="020B0604020202020204" pitchFamily="34" charset="0"/>
              <a:buChar char="•"/>
            </a:pPr>
            <a:r>
              <a:rPr lang="en-US" sz="1400" dirty="0"/>
              <a:t>The notebook has lots of info for each element, like its number, weight, how its electrons are arranged, and other important stuff about it. These details help us understand what each element is like. They're like the starting point for scientists to learn more and try new things with these elements.</a:t>
            </a:r>
            <a:endParaRPr lang="en-US" dirty="0">
              <a:solidFill>
                <a:schemeClr val="lt1"/>
              </a:solidFill>
            </a:endParaRPr>
          </a:p>
          <a:p>
            <a:pPr marL="0" lvl="0" indent="0">
              <a:buNone/>
            </a:pPr>
            <a:endParaRPr lang="en-IN" dirty="0">
              <a:solidFill>
                <a:schemeClr val="lt1"/>
              </a:solidFill>
            </a:endParaRPr>
          </a:p>
          <a:p>
            <a:pPr marL="0" lvl="0" indent="0">
              <a:buNone/>
            </a:pPr>
            <a:endParaRPr lang="en-IN" dirty="0">
              <a:solidFill>
                <a:schemeClr val="lt1"/>
              </a:solidFill>
            </a:endParaRPr>
          </a:p>
          <a:p>
            <a:pPr marL="0" lvl="0" indent="0">
              <a:buNone/>
            </a:pPr>
            <a:endParaRPr dirty="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31"/>
        <p:cNvGrpSpPr/>
        <p:nvPr/>
      </p:nvGrpSpPr>
      <p:grpSpPr>
        <a:xfrm>
          <a:off x="0" y="0"/>
          <a:ext cx="0" cy="0"/>
          <a:chOff x="0" y="0"/>
          <a:chExt cx="0" cy="0"/>
        </a:xfrm>
      </p:grpSpPr>
      <p:sp>
        <p:nvSpPr>
          <p:cNvPr id="1632" name="Google Shape;1632;p39"/>
          <p:cNvSpPr txBox="1">
            <a:spLocks noGrp="1"/>
          </p:cNvSpPr>
          <p:nvPr>
            <p:ph type="title"/>
          </p:nvPr>
        </p:nvSpPr>
        <p:spPr>
          <a:xfrm>
            <a:off x="720000" y="545275"/>
            <a:ext cx="5932663"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t>Ways </a:t>
            </a:r>
            <a:r>
              <a:rPr lang="en-IN" sz="1800" dirty="0"/>
              <a:t>in which The Chemist’s Notebook can be helpful</a:t>
            </a:r>
            <a:endParaRPr sz="1800" dirty="0">
              <a:solidFill>
                <a:schemeClr val="accent2"/>
              </a:solidFill>
            </a:endParaRPr>
          </a:p>
        </p:txBody>
      </p:sp>
      <p:sp>
        <p:nvSpPr>
          <p:cNvPr id="1633" name="Google Shape;1633;p39"/>
          <p:cNvSpPr txBox="1">
            <a:spLocks noGrp="1"/>
          </p:cNvSpPr>
          <p:nvPr>
            <p:ph type="title" idx="2"/>
          </p:nvPr>
        </p:nvSpPr>
        <p:spPr>
          <a:xfrm>
            <a:off x="720000" y="2045275"/>
            <a:ext cx="2305500" cy="347400"/>
          </a:xfrm>
          <a:prstGeom prst="rect">
            <a:avLst/>
          </a:prstGeom>
        </p:spPr>
        <p:txBody>
          <a:bodyPr spcFirstLastPara="1" wrap="square" lIns="91425" tIns="91425" rIns="91425" bIns="91425" anchor="ctr" anchorCtr="0">
            <a:noAutofit/>
          </a:bodyPr>
          <a:lstStyle/>
          <a:p>
            <a:pPr lvl="0"/>
            <a:r>
              <a:rPr lang="en-IN" b="1" dirty="0"/>
              <a:t>Comprehensive Reference</a:t>
            </a:r>
            <a:r>
              <a:rPr lang="en" dirty="0"/>
              <a:t> </a:t>
            </a:r>
            <a:endParaRPr dirty="0"/>
          </a:p>
        </p:txBody>
      </p:sp>
      <p:sp>
        <p:nvSpPr>
          <p:cNvPr id="1635" name="Google Shape;1635;p39"/>
          <p:cNvSpPr txBox="1">
            <a:spLocks noGrp="1"/>
          </p:cNvSpPr>
          <p:nvPr>
            <p:ph type="title" idx="3"/>
          </p:nvPr>
        </p:nvSpPr>
        <p:spPr>
          <a:xfrm>
            <a:off x="3419269" y="2045275"/>
            <a:ext cx="2305500" cy="347400"/>
          </a:xfrm>
          <a:prstGeom prst="rect">
            <a:avLst/>
          </a:prstGeom>
        </p:spPr>
        <p:txBody>
          <a:bodyPr spcFirstLastPara="1" wrap="square" lIns="91425" tIns="91425" rIns="91425" bIns="91425" anchor="ctr" anchorCtr="0">
            <a:noAutofit/>
          </a:bodyPr>
          <a:lstStyle/>
          <a:p>
            <a:pPr lvl="0"/>
            <a:r>
              <a:rPr lang="en-IN" b="1" dirty="0"/>
              <a:t>Visual Aids for Understanding</a:t>
            </a:r>
            <a:endParaRPr dirty="0"/>
          </a:p>
        </p:txBody>
      </p:sp>
      <p:sp>
        <p:nvSpPr>
          <p:cNvPr id="1637" name="Google Shape;1637;p39"/>
          <p:cNvSpPr txBox="1">
            <a:spLocks noGrp="1"/>
          </p:cNvSpPr>
          <p:nvPr>
            <p:ph type="title" idx="5"/>
          </p:nvPr>
        </p:nvSpPr>
        <p:spPr>
          <a:xfrm>
            <a:off x="2266519" y="3678725"/>
            <a:ext cx="2305500" cy="347400"/>
          </a:xfrm>
          <a:prstGeom prst="rect">
            <a:avLst/>
          </a:prstGeom>
        </p:spPr>
        <p:txBody>
          <a:bodyPr spcFirstLastPara="1" wrap="square" lIns="91425" tIns="91425" rIns="91425" bIns="91425" anchor="ctr" anchorCtr="0">
            <a:noAutofit/>
          </a:bodyPr>
          <a:lstStyle/>
          <a:p>
            <a:pPr lvl="0"/>
            <a:r>
              <a:rPr lang="en-US" b="1" dirty="0"/>
              <a:t>Study of Elements in Detail</a:t>
            </a:r>
            <a:endParaRPr dirty="0"/>
          </a:p>
        </p:txBody>
      </p:sp>
      <p:sp>
        <p:nvSpPr>
          <p:cNvPr id="1639" name="Google Shape;1639;p39"/>
          <p:cNvSpPr txBox="1">
            <a:spLocks noGrp="1"/>
          </p:cNvSpPr>
          <p:nvPr>
            <p:ph type="title" idx="7"/>
          </p:nvPr>
        </p:nvSpPr>
        <p:spPr>
          <a:xfrm>
            <a:off x="4965795" y="3678725"/>
            <a:ext cx="2305500" cy="347400"/>
          </a:xfrm>
          <a:prstGeom prst="rect">
            <a:avLst/>
          </a:prstGeom>
        </p:spPr>
        <p:txBody>
          <a:bodyPr spcFirstLastPara="1" wrap="square" lIns="91425" tIns="91425" rIns="91425" bIns="91425" anchor="ctr" anchorCtr="0">
            <a:noAutofit/>
          </a:bodyPr>
          <a:lstStyle/>
          <a:p>
            <a:pPr lvl="0"/>
            <a:r>
              <a:rPr lang="en-IN" b="1" dirty="0"/>
              <a:t>Collaborative Learning</a:t>
            </a:r>
            <a:endParaRPr dirty="0"/>
          </a:p>
        </p:txBody>
      </p:sp>
      <p:sp>
        <p:nvSpPr>
          <p:cNvPr id="1641" name="Google Shape;1641;p39"/>
          <p:cNvSpPr txBox="1">
            <a:spLocks noGrp="1"/>
          </p:cNvSpPr>
          <p:nvPr>
            <p:ph type="title" idx="9"/>
          </p:nvPr>
        </p:nvSpPr>
        <p:spPr>
          <a:xfrm>
            <a:off x="6095997" y="2045275"/>
            <a:ext cx="2305500" cy="347400"/>
          </a:xfrm>
          <a:prstGeom prst="rect">
            <a:avLst/>
          </a:prstGeom>
        </p:spPr>
        <p:txBody>
          <a:bodyPr spcFirstLastPara="1" wrap="square" lIns="91425" tIns="91425" rIns="91425" bIns="91425" anchor="ctr" anchorCtr="0">
            <a:noAutofit/>
          </a:bodyPr>
          <a:lstStyle/>
          <a:p>
            <a:pPr lvl="0"/>
            <a:r>
              <a:rPr lang="en-IN" b="1" dirty="0"/>
              <a:t>Contextual Information</a:t>
            </a:r>
            <a:endParaRPr dirty="0"/>
          </a:p>
        </p:txBody>
      </p:sp>
      <p:sp>
        <p:nvSpPr>
          <p:cNvPr id="1643" name="Google Shape;1643;p39"/>
          <p:cNvSpPr txBox="1">
            <a:spLocks noGrp="1"/>
          </p:cNvSpPr>
          <p:nvPr>
            <p:ph type="title" idx="14"/>
          </p:nvPr>
        </p:nvSpPr>
        <p:spPr>
          <a:xfrm>
            <a:off x="1446727" y="1288350"/>
            <a:ext cx="8520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644" name="Google Shape;1644;p39"/>
          <p:cNvSpPr txBox="1">
            <a:spLocks noGrp="1"/>
          </p:cNvSpPr>
          <p:nvPr>
            <p:ph type="title" idx="15"/>
          </p:nvPr>
        </p:nvSpPr>
        <p:spPr>
          <a:xfrm>
            <a:off x="4146002" y="1288350"/>
            <a:ext cx="8520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1645" name="Google Shape;1645;p39"/>
          <p:cNvSpPr txBox="1">
            <a:spLocks noGrp="1"/>
          </p:cNvSpPr>
          <p:nvPr>
            <p:ph type="title" idx="16"/>
          </p:nvPr>
        </p:nvSpPr>
        <p:spPr>
          <a:xfrm>
            <a:off x="6845277" y="1288350"/>
            <a:ext cx="8520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1646" name="Google Shape;1646;p39"/>
          <p:cNvSpPr txBox="1">
            <a:spLocks noGrp="1"/>
          </p:cNvSpPr>
          <p:nvPr>
            <p:ph type="title" idx="17"/>
          </p:nvPr>
        </p:nvSpPr>
        <p:spPr>
          <a:xfrm>
            <a:off x="2970715" y="2859750"/>
            <a:ext cx="8520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1647" name="Google Shape;1647;p39"/>
          <p:cNvSpPr txBox="1">
            <a:spLocks noGrp="1"/>
          </p:cNvSpPr>
          <p:nvPr>
            <p:ph type="title" idx="18"/>
          </p:nvPr>
        </p:nvSpPr>
        <p:spPr>
          <a:xfrm>
            <a:off x="5669990" y="2859750"/>
            <a:ext cx="8520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grpSp>
        <p:nvGrpSpPr>
          <p:cNvPr id="1648" name="Google Shape;1648;p39"/>
          <p:cNvGrpSpPr/>
          <p:nvPr/>
        </p:nvGrpSpPr>
        <p:grpSpPr>
          <a:xfrm rot="5400000">
            <a:off x="554819" y="3798642"/>
            <a:ext cx="1450481" cy="661994"/>
            <a:chOff x="6824435" y="366354"/>
            <a:chExt cx="1599560" cy="730033"/>
          </a:xfrm>
        </p:grpSpPr>
        <p:sp>
          <p:nvSpPr>
            <p:cNvPr id="1649" name="Google Shape;1649;p39"/>
            <p:cNvSpPr/>
            <p:nvPr/>
          </p:nvSpPr>
          <p:spPr>
            <a:xfrm rot="-5400000">
              <a:off x="7637692" y="309825"/>
              <a:ext cx="710433" cy="843321"/>
            </a:xfrm>
            <a:custGeom>
              <a:avLst/>
              <a:gdLst/>
              <a:ahLst/>
              <a:cxnLst/>
              <a:rect l="l" t="t" r="r" b="b"/>
              <a:pathLst>
                <a:path w="15477" h="18371" extrusionOk="0">
                  <a:moveTo>
                    <a:pt x="3434" y="1"/>
                  </a:moveTo>
                  <a:lnTo>
                    <a:pt x="3434" y="14024"/>
                  </a:lnTo>
                  <a:cubicBezTo>
                    <a:pt x="3434" y="15281"/>
                    <a:pt x="2420" y="16296"/>
                    <a:pt x="1158" y="16296"/>
                  </a:cubicBezTo>
                  <a:lnTo>
                    <a:pt x="1097" y="16296"/>
                  </a:lnTo>
                  <a:cubicBezTo>
                    <a:pt x="814" y="16296"/>
                    <a:pt x="550" y="16413"/>
                    <a:pt x="365" y="16598"/>
                  </a:cubicBezTo>
                  <a:cubicBezTo>
                    <a:pt x="124" y="16840"/>
                    <a:pt x="1" y="17211"/>
                    <a:pt x="93" y="17582"/>
                  </a:cubicBezTo>
                  <a:cubicBezTo>
                    <a:pt x="206" y="18056"/>
                    <a:pt x="664" y="18370"/>
                    <a:pt x="1149" y="18370"/>
                  </a:cubicBezTo>
                  <a:lnTo>
                    <a:pt x="14384" y="18370"/>
                  </a:lnTo>
                  <a:cubicBezTo>
                    <a:pt x="14673" y="18370"/>
                    <a:pt x="14925" y="18251"/>
                    <a:pt x="15116" y="18066"/>
                  </a:cubicBezTo>
                  <a:cubicBezTo>
                    <a:pt x="15358" y="17829"/>
                    <a:pt x="15476" y="17463"/>
                    <a:pt x="15394" y="17092"/>
                  </a:cubicBezTo>
                  <a:cubicBezTo>
                    <a:pt x="15337" y="16852"/>
                    <a:pt x="15187" y="16655"/>
                    <a:pt x="15002" y="16517"/>
                  </a:cubicBezTo>
                  <a:cubicBezTo>
                    <a:pt x="14807" y="16372"/>
                    <a:pt x="14570" y="16296"/>
                    <a:pt x="14322" y="16296"/>
                  </a:cubicBezTo>
                  <a:cubicBezTo>
                    <a:pt x="13067" y="16296"/>
                    <a:pt x="12048" y="15281"/>
                    <a:pt x="12048" y="14024"/>
                  </a:cubicBezTo>
                  <a:lnTo>
                    <a:pt x="1204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9"/>
            <p:cNvSpPr/>
            <p:nvPr/>
          </p:nvSpPr>
          <p:spPr>
            <a:xfrm rot="-5400000">
              <a:off x="7259199" y="-68409"/>
              <a:ext cx="730033" cy="1599560"/>
            </a:xfrm>
            <a:custGeom>
              <a:avLst/>
              <a:gdLst/>
              <a:ahLst/>
              <a:cxnLst/>
              <a:rect l="l" t="t" r="r" b="b"/>
              <a:pathLst>
                <a:path w="15904" h="34845" extrusionOk="0">
                  <a:moveTo>
                    <a:pt x="13179" y="413"/>
                  </a:moveTo>
                  <a:cubicBezTo>
                    <a:pt x="13545" y="413"/>
                    <a:pt x="13849" y="670"/>
                    <a:pt x="13875" y="1005"/>
                  </a:cubicBezTo>
                  <a:cubicBezTo>
                    <a:pt x="13896" y="1195"/>
                    <a:pt x="13828" y="1381"/>
                    <a:pt x="13685" y="1514"/>
                  </a:cubicBezTo>
                  <a:cubicBezTo>
                    <a:pt x="13566" y="1638"/>
                    <a:pt x="13407" y="1706"/>
                    <a:pt x="13236" y="1706"/>
                  </a:cubicBezTo>
                  <a:lnTo>
                    <a:pt x="12052" y="1706"/>
                  </a:lnTo>
                  <a:lnTo>
                    <a:pt x="12052" y="30293"/>
                  </a:lnTo>
                  <a:cubicBezTo>
                    <a:pt x="12052" y="31658"/>
                    <a:pt x="13164" y="32770"/>
                    <a:pt x="14533" y="32770"/>
                  </a:cubicBezTo>
                  <a:cubicBezTo>
                    <a:pt x="14735" y="32770"/>
                    <a:pt x="14930" y="32831"/>
                    <a:pt x="15089" y="32950"/>
                  </a:cubicBezTo>
                  <a:cubicBezTo>
                    <a:pt x="15203" y="33033"/>
                    <a:pt x="15353" y="33182"/>
                    <a:pt x="15403" y="33408"/>
                  </a:cubicBezTo>
                  <a:cubicBezTo>
                    <a:pt x="15471" y="33691"/>
                    <a:pt x="15384" y="33990"/>
                    <a:pt x="15182" y="34186"/>
                  </a:cubicBezTo>
                  <a:cubicBezTo>
                    <a:pt x="15023" y="34345"/>
                    <a:pt x="14816" y="34433"/>
                    <a:pt x="14595" y="34433"/>
                  </a:cubicBezTo>
                  <a:lnTo>
                    <a:pt x="1360" y="34433"/>
                  </a:lnTo>
                  <a:cubicBezTo>
                    <a:pt x="953" y="34433"/>
                    <a:pt x="592" y="34171"/>
                    <a:pt x="500" y="33805"/>
                  </a:cubicBezTo>
                  <a:cubicBezTo>
                    <a:pt x="433" y="33516"/>
                    <a:pt x="514" y="33218"/>
                    <a:pt x="726" y="33012"/>
                  </a:cubicBezTo>
                  <a:cubicBezTo>
                    <a:pt x="875" y="32857"/>
                    <a:pt x="1086" y="32770"/>
                    <a:pt x="1308" y="32770"/>
                  </a:cubicBezTo>
                  <a:lnTo>
                    <a:pt x="1369" y="32770"/>
                  </a:lnTo>
                  <a:cubicBezTo>
                    <a:pt x="2738" y="32770"/>
                    <a:pt x="3850" y="31658"/>
                    <a:pt x="3850" y="30293"/>
                  </a:cubicBezTo>
                  <a:lnTo>
                    <a:pt x="3850" y="1706"/>
                  </a:lnTo>
                  <a:lnTo>
                    <a:pt x="2724" y="1706"/>
                  </a:lnTo>
                  <a:cubicBezTo>
                    <a:pt x="2363" y="1706"/>
                    <a:pt x="2054" y="1447"/>
                    <a:pt x="2028" y="1119"/>
                  </a:cubicBezTo>
                  <a:cubicBezTo>
                    <a:pt x="2008" y="927"/>
                    <a:pt x="2080" y="737"/>
                    <a:pt x="2219" y="603"/>
                  </a:cubicBezTo>
                  <a:cubicBezTo>
                    <a:pt x="2337" y="480"/>
                    <a:pt x="2497" y="413"/>
                    <a:pt x="2672" y="413"/>
                  </a:cubicBezTo>
                  <a:close/>
                  <a:moveTo>
                    <a:pt x="2672" y="0"/>
                  </a:moveTo>
                  <a:cubicBezTo>
                    <a:pt x="2384" y="0"/>
                    <a:pt x="2121" y="114"/>
                    <a:pt x="1925" y="309"/>
                  </a:cubicBezTo>
                  <a:cubicBezTo>
                    <a:pt x="1699" y="532"/>
                    <a:pt x="1591" y="841"/>
                    <a:pt x="1617" y="1154"/>
                  </a:cubicBezTo>
                  <a:cubicBezTo>
                    <a:pt x="1663" y="1694"/>
                    <a:pt x="2147" y="2117"/>
                    <a:pt x="2724" y="2117"/>
                  </a:cubicBezTo>
                  <a:lnTo>
                    <a:pt x="3439" y="2117"/>
                  </a:lnTo>
                  <a:lnTo>
                    <a:pt x="3439" y="30293"/>
                  </a:lnTo>
                  <a:cubicBezTo>
                    <a:pt x="3439" y="31431"/>
                    <a:pt x="2512" y="32358"/>
                    <a:pt x="1369" y="32358"/>
                  </a:cubicBezTo>
                  <a:lnTo>
                    <a:pt x="1308" y="32358"/>
                  </a:lnTo>
                  <a:cubicBezTo>
                    <a:pt x="978" y="32358"/>
                    <a:pt x="659" y="32492"/>
                    <a:pt x="433" y="32724"/>
                  </a:cubicBezTo>
                  <a:cubicBezTo>
                    <a:pt x="124" y="33028"/>
                    <a:pt x="0" y="33475"/>
                    <a:pt x="103" y="33903"/>
                  </a:cubicBezTo>
                  <a:cubicBezTo>
                    <a:pt x="236" y="34449"/>
                    <a:pt x="761" y="34844"/>
                    <a:pt x="1360" y="34844"/>
                  </a:cubicBezTo>
                  <a:lnTo>
                    <a:pt x="14595" y="34844"/>
                  </a:lnTo>
                  <a:cubicBezTo>
                    <a:pt x="14925" y="34844"/>
                    <a:pt x="15239" y="34716"/>
                    <a:pt x="15471" y="34480"/>
                  </a:cubicBezTo>
                  <a:cubicBezTo>
                    <a:pt x="15774" y="34186"/>
                    <a:pt x="15904" y="33743"/>
                    <a:pt x="15805" y="33321"/>
                  </a:cubicBezTo>
                  <a:cubicBezTo>
                    <a:pt x="15743" y="33043"/>
                    <a:pt x="15579" y="32801"/>
                    <a:pt x="15332" y="32615"/>
                  </a:cubicBezTo>
                  <a:cubicBezTo>
                    <a:pt x="15106" y="32451"/>
                    <a:pt x="14816" y="32358"/>
                    <a:pt x="14533" y="32358"/>
                  </a:cubicBezTo>
                  <a:cubicBezTo>
                    <a:pt x="13391" y="32358"/>
                    <a:pt x="12464" y="31431"/>
                    <a:pt x="12464" y="30293"/>
                  </a:cubicBezTo>
                  <a:lnTo>
                    <a:pt x="12464" y="2117"/>
                  </a:lnTo>
                  <a:lnTo>
                    <a:pt x="13236" y="2117"/>
                  </a:lnTo>
                  <a:cubicBezTo>
                    <a:pt x="13519" y="2117"/>
                    <a:pt x="13787" y="2003"/>
                    <a:pt x="13977" y="1808"/>
                  </a:cubicBezTo>
                  <a:cubicBezTo>
                    <a:pt x="14205" y="1587"/>
                    <a:pt x="14317" y="1283"/>
                    <a:pt x="14286" y="969"/>
                  </a:cubicBezTo>
                  <a:cubicBezTo>
                    <a:pt x="14241" y="428"/>
                    <a:pt x="13756" y="0"/>
                    <a:pt x="131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1" name="Google Shape;1651;p39"/>
          <p:cNvGrpSpPr/>
          <p:nvPr/>
        </p:nvGrpSpPr>
        <p:grpSpPr>
          <a:xfrm rot="-5400000">
            <a:off x="6822079" y="119223"/>
            <a:ext cx="762676" cy="1101506"/>
            <a:chOff x="5845925" y="-169235"/>
            <a:chExt cx="767356" cy="1108266"/>
          </a:xfrm>
        </p:grpSpPr>
        <p:sp>
          <p:nvSpPr>
            <p:cNvPr id="1652" name="Google Shape;1652;p39"/>
            <p:cNvSpPr/>
            <p:nvPr/>
          </p:nvSpPr>
          <p:spPr>
            <a:xfrm flipH="1">
              <a:off x="5943930" y="124686"/>
              <a:ext cx="661991" cy="576241"/>
            </a:xfrm>
            <a:custGeom>
              <a:avLst/>
              <a:gdLst/>
              <a:ahLst/>
              <a:cxnLst/>
              <a:rect l="l" t="t" r="r" b="b"/>
              <a:pathLst>
                <a:path w="21315" h="18554" extrusionOk="0">
                  <a:moveTo>
                    <a:pt x="10655" y="2667"/>
                  </a:moveTo>
                  <a:cubicBezTo>
                    <a:pt x="14193" y="2667"/>
                    <a:pt x="17127" y="5460"/>
                    <a:pt x="17263" y="9020"/>
                  </a:cubicBezTo>
                  <a:cubicBezTo>
                    <a:pt x="17401" y="12670"/>
                    <a:pt x="14559" y="15743"/>
                    <a:pt x="10914" y="15883"/>
                  </a:cubicBezTo>
                  <a:cubicBezTo>
                    <a:pt x="10829" y="15886"/>
                    <a:pt x="10744" y="15887"/>
                    <a:pt x="10659" y="15887"/>
                  </a:cubicBezTo>
                  <a:cubicBezTo>
                    <a:pt x="7117" y="15887"/>
                    <a:pt x="4187" y="13094"/>
                    <a:pt x="4052" y="9534"/>
                  </a:cubicBezTo>
                  <a:cubicBezTo>
                    <a:pt x="3907" y="5884"/>
                    <a:pt x="6749" y="2811"/>
                    <a:pt x="10399" y="2672"/>
                  </a:cubicBezTo>
                  <a:cubicBezTo>
                    <a:pt x="10485" y="2668"/>
                    <a:pt x="10570" y="2667"/>
                    <a:pt x="10655" y="2667"/>
                  </a:cubicBezTo>
                  <a:close/>
                  <a:moveTo>
                    <a:pt x="15893" y="0"/>
                  </a:moveTo>
                  <a:lnTo>
                    <a:pt x="5236" y="103"/>
                  </a:lnTo>
                  <a:lnTo>
                    <a:pt x="0" y="9380"/>
                  </a:lnTo>
                  <a:lnTo>
                    <a:pt x="5421" y="18554"/>
                  </a:lnTo>
                  <a:lnTo>
                    <a:pt x="16073" y="18451"/>
                  </a:lnTo>
                  <a:lnTo>
                    <a:pt x="16182" y="18266"/>
                  </a:lnTo>
                  <a:lnTo>
                    <a:pt x="21314" y="9174"/>
                  </a:lnTo>
                  <a:lnTo>
                    <a:pt x="1589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9"/>
            <p:cNvSpPr/>
            <p:nvPr/>
          </p:nvSpPr>
          <p:spPr>
            <a:xfrm flipH="1">
              <a:off x="6065461" y="207483"/>
              <a:ext cx="419121" cy="410642"/>
            </a:xfrm>
            <a:custGeom>
              <a:avLst/>
              <a:gdLst/>
              <a:ahLst/>
              <a:cxnLst/>
              <a:rect l="l" t="t" r="r" b="b"/>
              <a:pathLst>
                <a:path w="13495" h="13222" extrusionOk="0">
                  <a:moveTo>
                    <a:pt x="6748" y="1"/>
                  </a:moveTo>
                  <a:cubicBezTo>
                    <a:pt x="6663" y="1"/>
                    <a:pt x="6578" y="2"/>
                    <a:pt x="6492" y="6"/>
                  </a:cubicBezTo>
                  <a:cubicBezTo>
                    <a:pt x="2842" y="145"/>
                    <a:pt x="0" y="3218"/>
                    <a:pt x="145" y="6868"/>
                  </a:cubicBezTo>
                  <a:cubicBezTo>
                    <a:pt x="280" y="10428"/>
                    <a:pt x="3210" y="13221"/>
                    <a:pt x="6752" y="13221"/>
                  </a:cubicBezTo>
                  <a:cubicBezTo>
                    <a:pt x="6837" y="13221"/>
                    <a:pt x="6922" y="13220"/>
                    <a:pt x="7007" y="13217"/>
                  </a:cubicBezTo>
                  <a:cubicBezTo>
                    <a:pt x="10652" y="13077"/>
                    <a:pt x="13494" y="10004"/>
                    <a:pt x="13356" y="6354"/>
                  </a:cubicBezTo>
                  <a:cubicBezTo>
                    <a:pt x="13220" y="2794"/>
                    <a:pt x="10286" y="1"/>
                    <a:pt x="67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9"/>
            <p:cNvSpPr/>
            <p:nvPr/>
          </p:nvSpPr>
          <p:spPr>
            <a:xfrm flipH="1">
              <a:off x="5936601" y="118257"/>
              <a:ext cx="676681" cy="589254"/>
            </a:xfrm>
            <a:custGeom>
              <a:avLst/>
              <a:gdLst/>
              <a:ahLst/>
              <a:cxnLst/>
              <a:rect l="l" t="t" r="r" b="b"/>
              <a:pathLst>
                <a:path w="21788" h="18973" extrusionOk="0">
                  <a:moveTo>
                    <a:pt x="16011" y="412"/>
                  </a:moveTo>
                  <a:lnTo>
                    <a:pt x="21309" y="9381"/>
                  </a:lnTo>
                  <a:lnTo>
                    <a:pt x="16238" y="18375"/>
                  </a:lnTo>
                  <a:lnTo>
                    <a:pt x="16191" y="18458"/>
                  </a:lnTo>
                  <a:lnTo>
                    <a:pt x="5772" y="18556"/>
                  </a:lnTo>
                  <a:lnTo>
                    <a:pt x="473" y="9587"/>
                  </a:lnTo>
                  <a:lnTo>
                    <a:pt x="5596" y="511"/>
                  </a:lnTo>
                  <a:lnTo>
                    <a:pt x="16011" y="412"/>
                  </a:lnTo>
                  <a:close/>
                  <a:moveTo>
                    <a:pt x="16248" y="1"/>
                  </a:moveTo>
                  <a:lnTo>
                    <a:pt x="5354" y="103"/>
                  </a:lnTo>
                  <a:lnTo>
                    <a:pt x="0" y="9593"/>
                  </a:lnTo>
                  <a:lnTo>
                    <a:pt x="5539" y="18972"/>
                  </a:lnTo>
                  <a:lnTo>
                    <a:pt x="16429" y="18865"/>
                  </a:lnTo>
                  <a:lnTo>
                    <a:pt x="21787" y="9377"/>
                  </a:lnTo>
                  <a:lnTo>
                    <a:pt x="162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9"/>
            <p:cNvSpPr/>
            <p:nvPr/>
          </p:nvSpPr>
          <p:spPr>
            <a:xfrm flipH="1">
              <a:off x="5903505" y="-169235"/>
              <a:ext cx="214110" cy="297624"/>
            </a:xfrm>
            <a:custGeom>
              <a:avLst/>
              <a:gdLst/>
              <a:ahLst/>
              <a:cxnLst/>
              <a:rect l="l" t="t" r="r" b="b"/>
              <a:pathLst>
                <a:path w="6894" h="9583" extrusionOk="0">
                  <a:moveTo>
                    <a:pt x="6554" y="1"/>
                  </a:moveTo>
                  <a:lnTo>
                    <a:pt x="0" y="9346"/>
                  </a:lnTo>
                  <a:lnTo>
                    <a:pt x="335" y="9583"/>
                  </a:lnTo>
                  <a:lnTo>
                    <a:pt x="6894" y="238"/>
                  </a:lnTo>
                  <a:lnTo>
                    <a:pt x="65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9"/>
            <p:cNvSpPr/>
            <p:nvPr/>
          </p:nvSpPr>
          <p:spPr>
            <a:xfrm flipH="1">
              <a:off x="5845925" y="684577"/>
              <a:ext cx="264827" cy="254454"/>
            </a:xfrm>
            <a:custGeom>
              <a:avLst/>
              <a:gdLst/>
              <a:ahLst/>
              <a:cxnLst/>
              <a:rect l="l" t="t" r="r" b="b"/>
              <a:pathLst>
                <a:path w="8527" h="8193" extrusionOk="0">
                  <a:moveTo>
                    <a:pt x="283" y="1"/>
                  </a:moveTo>
                  <a:lnTo>
                    <a:pt x="1" y="300"/>
                  </a:lnTo>
                  <a:lnTo>
                    <a:pt x="8238" y="8193"/>
                  </a:lnTo>
                  <a:lnTo>
                    <a:pt x="8526" y="7899"/>
                  </a:lnTo>
                  <a:lnTo>
                    <a:pt x="2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4"/>
        <p:cNvGrpSpPr/>
        <p:nvPr/>
      </p:nvGrpSpPr>
      <p:grpSpPr>
        <a:xfrm>
          <a:off x="0" y="0"/>
          <a:ext cx="0" cy="0"/>
          <a:chOff x="0" y="0"/>
          <a:chExt cx="0" cy="0"/>
        </a:xfrm>
      </p:grpSpPr>
      <p:sp>
        <p:nvSpPr>
          <p:cNvPr id="1576" name="Google Shape;1576;p37"/>
          <p:cNvSpPr txBox="1">
            <a:spLocks noGrp="1"/>
          </p:cNvSpPr>
          <p:nvPr>
            <p:ph type="subTitle" idx="1"/>
          </p:nvPr>
        </p:nvSpPr>
        <p:spPr>
          <a:xfrm>
            <a:off x="961431" y="1272023"/>
            <a:ext cx="4872900" cy="1119900"/>
          </a:xfrm>
          <a:prstGeom prst="rect">
            <a:avLst/>
          </a:prstGeom>
        </p:spPr>
        <p:txBody>
          <a:bodyPr spcFirstLastPara="1" wrap="square" lIns="91425" tIns="91425" rIns="91425" bIns="91425" anchor="t" anchorCtr="0">
            <a:noAutofit/>
          </a:bodyPr>
          <a:lstStyle/>
          <a:p>
            <a:pPr marL="285750" indent="-285750">
              <a:buFont typeface="Wingdings" panose="05000000000000000000" pitchFamily="2" charset="2"/>
              <a:buChar char="§"/>
            </a:pPr>
            <a:r>
              <a:rPr lang="en-IN" b="0" dirty="0">
                <a:solidFill>
                  <a:schemeClr val="bg2"/>
                </a:solidFill>
                <a:effectLst/>
                <a:latin typeface="Consolas" panose="020B0609020204030204" pitchFamily="49" charset="0"/>
              </a:rPr>
              <a:t>Our Vision</a:t>
            </a:r>
          </a:p>
          <a:p>
            <a:pPr marL="0" indent="0"/>
            <a:r>
              <a:rPr lang="en-IN" dirty="0">
                <a:solidFill>
                  <a:schemeClr val="bg2"/>
                </a:solidFill>
                <a:latin typeface="Consolas" panose="020B0609020204030204" pitchFamily="49" charset="0"/>
              </a:rPr>
              <a:t>	</a:t>
            </a:r>
            <a:r>
              <a:rPr lang="en-US" sz="1400" b="0" dirty="0">
                <a:solidFill>
                  <a:schemeClr val="bg2"/>
                </a:solidFill>
                <a:effectLst/>
                <a:latin typeface="Consolas" panose="020B0609020204030204" pitchFamily="49" charset="0"/>
              </a:rPr>
              <a:t>We want to make a platform that gets   people curious and helps them understand more. By working together, we hope to build a place where learning about chemistry is fun and encourages new discoveries</a:t>
            </a:r>
            <a:r>
              <a:rPr lang="en-US" sz="1400" dirty="0">
                <a:solidFill>
                  <a:schemeClr val="bg2"/>
                </a:solidFill>
                <a:latin typeface="Consolas" panose="020B0609020204030204" pitchFamily="49" charset="0"/>
              </a:rPr>
              <a:t>.</a:t>
            </a:r>
          </a:p>
          <a:p>
            <a:pPr marL="0" indent="0"/>
            <a:endParaRPr lang="en-US" sz="1400" dirty="0">
              <a:solidFill>
                <a:schemeClr val="bg2"/>
              </a:solidFill>
              <a:latin typeface="Consolas" panose="020B0609020204030204" pitchFamily="49" charset="0"/>
            </a:endParaRPr>
          </a:p>
          <a:p>
            <a:pPr marL="285750" indent="-285750">
              <a:buFont typeface="Wingdings" panose="05000000000000000000" pitchFamily="2" charset="2"/>
              <a:buChar char="§"/>
            </a:pPr>
            <a:r>
              <a:rPr lang="en-IN" b="0" dirty="0">
                <a:solidFill>
                  <a:schemeClr val="bg2"/>
                </a:solidFill>
                <a:effectLst/>
                <a:latin typeface="Consolas" panose="020B0609020204030204" pitchFamily="49" charset="0"/>
              </a:rPr>
              <a:t>Our Mission</a:t>
            </a:r>
          </a:p>
          <a:p>
            <a:pPr algn="just"/>
            <a:r>
              <a:rPr lang="en-US" sz="1400" b="0" dirty="0">
                <a:solidFill>
                  <a:schemeClr val="bg2"/>
                </a:solidFill>
                <a:effectLst/>
                <a:latin typeface="Consolas" panose="020B0609020204030204" pitchFamily="49" charset="0"/>
              </a:rPr>
              <a:t>        Our mission is to create an engaging</a:t>
            </a:r>
          </a:p>
          <a:p>
            <a:pPr algn="just"/>
            <a:r>
              <a:rPr lang="en-US" sz="1400" b="0" dirty="0">
                <a:solidFill>
                  <a:schemeClr val="bg2"/>
                </a:solidFill>
                <a:effectLst/>
                <a:latin typeface="Consolas" panose="020B0609020204030204" pitchFamily="49" charset="0"/>
              </a:rPr>
              <a:t>and informative platform that sparks</a:t>
            </a:r>
          </a:p>
          <a:p>
            <a:pPr algn="just"/>
            <a:r>
              <a:rPr lang="en-US" sz="1400" b="0" dirty="0">
                <a:solidFill>
                  <a:schemeClr val="bg2"/>
                </a:solidFill>
                <a:effectLst/>
                <a:latin typeface="Consolas" panose="020B0609020204030204" pitchFamily="49" charset="0"/>
              </a:rPr>
              <a:t>curiosity, fosters understanding, and serves</a:t>
            </a:r>
          </a:p>
          <a:p>
            <a:pPr algn="just"/>
            <a:r>
              <a:rPr lang="en-US" sz="1400" b="0" dirty="0">
                <a:solidFill>
                  <a:schemeClr val="bg2"/>
                </a:solidFill>
                <a:effectLst/>
                <a:latin typeface="Consolas" panose="020B0609020204030204" pitchFamily="49" charset="0"/>
              </a:rPr>
              <a:t>as a valuable resource for </a:t>
            </a:r>
            <a:r>
              <a:rPr lang="en-US" sz="1400" b="0" dirty="0" err="1">
                <a:solidFill>
                  <a:schemeClr val="bg2"/>
                </a:solidFill>
                <a:effectLst/>
                <a:latin typeface="Consolas" panose="020B0609020204030204" pitchFamily="49" charset="0"/>
              </a:rPr>
              <a:t>students,educators</a:t>
            </a:r>
            <a:r>
              <a:rPr lang="en-US" sz="1400" b="0" dirty="0">
                <a:solidFill>
                  <a:schemeClr val="bg2"/>
                </a:solidFill>
                <a:effectLst/>
                <a:latin typeface="Consolas" panose="020B0609020204030204" pitchFamily="49" charset="0"/>
              </a:rPr>
              <a:t>,</a:t>
            </a:r>
          </a:p>
          <a:p>
            <a:pPr algn="just"/>
            <a:r>
              <a:rPr lang="en-US" sz="1400" b="0" dirty="0">
                <a:solidFill>
                  <a:schemeClr val="bg2"/>
                </a:solidFill>
                <a:effectLst/>
                <a:latin typeface="Consolas" panose="020B0609020204030204" pitchFamily="49" charset="0"/>
              </a:rPr>
              <a:t>and anyone interested in the fascinating world</a:t>
            </a:r>
          </a:p>
          <a:p>
            <a:pPr algn="just"/>
            <a:r>
              <a:rPr lang="en-US" sz="1400" b="0" dirty="0">
                <a:solidFill>
                  <a:schemeClr val="bg2"/>
                </a:solidFill>
                <a:effectLst/>
                <a:latin typeface="Consolas" panose="020B0609020204030204" pitchFamily="49" charset="0"/>
              </a:rPr>
              <a:t>of chemistry</a:t>
            </a:r>
            <a:r>
              <a:rPr lang="en-US" sz="1400" b="0" dirty="0">
                <a:solidFill>
                  <a:srgbClr val="D3AF86"/>
                </a:solidFill>
                <a:effectLst/>
                <a:latin typeface="Consolas" panose="020B0609020204030204" pitchFamily="49" charset="0"/>
              </a:rPr>
              <a:t>.</a:t>
            </a:r>
          </a:p>
          <a:p>
            <a:pPr marL="0" indent="0"/>
            <a:endParaRPr lang="en-US" sz="1400" b="0" dirty="0">
              <a:solidFill>
                <a:schemeClr val="bg2"/>
              </a:solidFill>
              <a:effectLst/>
              <a:latin typeface="Consolas" panose="020B0609020204030204" pitchFamily="49" charset="0"/>
            </a:endParaRPr>
          </a:p>
        </p:txBody>
      </p:sp>
      <p:grpSp>
        <p:nvGrpSpPr>
          <p:cNvPr id="1577" name="Google Shape;1577;p37"/>
          <p:cNvGrpSpPr/>
          <p:nvPr/>
        </p:nvGrpSpPr>
        <p:grpSpPr>
          <a:xfrm>
            <a:off x="6616350" y="1690050"/>
            <a:ext cx="1609863" cy="2340203"/>
            <a:chOff x="6616350" y="1690050"/>
            <a:chExt cx="1609863" cy="2340203"/>
          </a:xfrm>
        </p:grpSpPr>
        <p:sp>
          <p:nvSpPr>
            <p:cNvPr id="1578" name="Google Shape;1578;p37"/>
            <p:cNvSpPr/>
            <p:nvPr/>
          </p:nvSpPr>
          <p:spPr>
            <a:xfrm>
              <a:off x="6733561" y="3094760"/>
              <a:ext cx="1478748" cy="921975"/>
            </a:xfrm>
            <a:custGeom>
              <a:avLst/>
              <a:gdLst/>
              <a:ahLst/>
              <a:cxnLst/>
              <a:rect l="l" t="t" r="r" b="b"/>
              <a:pathLst>
                <a:path w="22015" h="13726" extrusionOk="0">
                  <a:moveTo>
                    <a:pt x="2055" y="0"/>
                  </a:moveTo>
                  <a:cubicBezTo>
                    <a:pt x="763" y="1802"/>
                    <a:pt x="0" y="4016"/>
                    <a:pt x="0" y="6411"/>
                  </a:cubicBezTo>
                  <a:cubicBezTo>
                    <a:pt x="0" y="9215"/>
                    <a:pt x="1057" y="11779"/>
                    <a:pt x="2787" y="13725"/>
                  </a:cubicBezTo>
                  <a:lnTo>
                    <a:pt x="19235" y="13725"/>
                  </a:lnTo>
                  <a:cubicBezTo>
                    <a:pt x="20965" y="11779"/>
                    <a:pt x="22015" y="9215"/>
                    <a:pt x="22015" y="6411"/>
                  </a:cubicBezTo>
                  <a:cubicBezTo>
                    <a:pt x="22015" y="4021"/>
                    <a:pt x="21253" y="1802"/>
                    <a:pt x="199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7"/>
            <p:cNvSpPr/>
            <p:nvPr/>
          </p:nvSpPr>
          <p:spPr>
            <a:xfrm>
              <a:off x="6616350" y="1690050"/>
              <a:ext cx="1609863" cy="2340203"/>
            </a:xfrm>
            <a:custGeom>
              <a:avLst/>
              <a:gdLst/>
              <a:ahLst/>
              <a:cxnLst/>
              <a:rect l="l" t="t" r="r" b="b"/>
              <a:pathLst>
                <a:path w="23967" h="34840" extrusionOk="0">
                  <a:moveTo>
                    <a:pt x="15750" y="412"/>
                  </a:moveTo>
                  <a:cubicBezTo>
                    <a:pt x="16208" y="412"/>
                    <a:pt x="16584" y="783"/>
                    <a:pt x="16584" y="1237"/>
                  </a:cubicBezTo>
                  <a:cubicBezTo>
                    <a:pt x="16584" y="1458"/>
                    <a:pt x="16496" y="1674"/>
                    <a:pt x="16336" y="1823"/>
                  </a:cubicBezTo>
                  <a:cubicBezTo>
                    <a:pt x="16182" y="1983"/>
                    <a:pt x="15971" y="2071"/>
                    <a:pt x="15750" y="2071"/>
                  </a:cubicBezTo>
                  <a:lnTo>
                    <a:pt x="15291" y="2071"/>
                  </a:lnTo>
                  <a:lnTo>
                    <a:pt x="15291" y="16821"/>
                  </a:lnTo>
                  <a:lnTo>
                    <a:pt x="15446" y="16857"/>
                  </a:lnTo>
                  <a:cubicBezTo>
                    <a:pt x="17891" y="17485"/>
                    <a:pt x="20053" y="18967"/>
                    <a:pt x="21536" y="21032"/>
                  </a:cubicBezTo>
                  <a:cubicBezTo>
                    <a:pt x="22859" y="22876"/>
                    <a:pt x="23554" y="25048"/>
                    <a:pt x="23554" y="27324"/>
                  </a:cubicBezTo>
                  <a:cubicBezTo>
                    <a:pt x="23554" y="29938"/>
                    <a:pt x="22607" y="32461"/>
                    <a:pt x="20887" y="34433"/>
                  </a:cubicBezTo>
                  <a:lnTo>
                    <a:pt x="4624" y="34433"/>
                  </a:lnTo>
                  <a:cubicBezTo>
                    <a:pt x="2899" y="32461"/>
                    <a:pt x="1952" y="29938"/>
                    <a:pt x="1952" y="27324"/>
                  </a:cubicBezTo>
                  <a:cubicBezTo>
                    <a:pt x="1952" y="25048"/>
                    <a:pt x="2652" y="22869"/>
                    <a:pt x="3969" y="21032"/>
                  </a:cubicBezTo>
                  <a:cubicBezTo>
                    <a:pt x="5432" y="18993"/>
                    <a:pt x="7564" y="17520"/>
                    <a:pt x="9968" y="16883"/>
                  </a:cubicBezTo>
                  <a:lnTo>
                    <a:pt x="10123" y="16841"/>
                  </a:lnTo>
                  <a:lnTo>
                    <a:pt x="10123" y="14025"/>
                  </a:lnTo>
                  <a:lnTo>
                    <a:pt x="2220" y="6844"/>
                  </a:lnTo>
                  <a:lnTo>
                    <a:pt x="1849" y="7250"/>
                  </a:lnTo>
                  <a:cubicBezTo>
                    <a:pt x="1685" y="7431"/>
                    <a:pt x="1459" y="7523"/>
                    <a:pt x="1234" y="7523"/>
                  </a:cubicBezTo>
                  <a:cubicBezTo>
                    <a:pt x="1035" y="7523"/>
                    <a:pt x="837" y="7452"/>
                    <a:pt x="680" y="7307"/>
                  </a:cubicBezTo>
                  <a:cubicBezTo>
                    <a:pt x="510" y="7153"/>
                    <a:pt x="412" y="6930"/>
                    <a:pt x="412" y="6694"/>
                  </a:cubicBezTo>
                  <a:cubicBezTo>
                    <a:pt x="412" y="6488"/>
                    <a:pt x="485" y="6293"/>
                    <a:pt x="623" y="6138"/>
                  </a:cubicBezTo>
                  <a:lnTo>
                    <a:pt x="4140" y="2272"/>
                  </a:lnTo>
                  <a:cubicBezTo>
                    <a:pt x="4289" y="2111"/>
                    <a:pt x="4490" y="2014"/>
                    <a:pt x="4711" y="2004"/>
                  </a:cubicBezTo>
                  <a:cubicBezTo>
                    <a:pt x="4718" y="2004"/>
                    <a:pt x="4725" y="2004"/>
                    <a:pt x="4732" y="2004"/>
                  </a:cubicBezTo>
                  <a:cubicBezTo>
                    <a:pt x="4947" y="2004"/>
                    <a:pt x="5149" y="2075"/>
                    <a:pt x="5309" y="2220"/>
                  </a:cubicBezTo>
                  <a:cubicBezTo>
                    <a:pt x="5478" y="2370"/>
                    <a:pt x="5576" y="2596"/>
                    <a:pt x="5576" y="2833"/>
                  </a:cubicBezTo>
                  <a:cubicBezTo>
                    <a:pt x="5576" y="3038"/>
                    <a:pt x="5504" y="3235"/>
                    <a:pt x="5366" y="3389"/>
                  </a:cubicBezTo>
                  <a:lnTo>
                    <a:pt x="4989" y="3795"/>
                  </a:lnTo>
                  <a:lnTo>
                    <a:pt x="10123" y="8470"/>
                  </a:lnTo>
                  <a:lnTo>
                    <a:pt x="10123" y="2071"/>
                  </a:lnTo>
                  <a:lnTo>
                    <a:pt x="9617" y="2071"/>
                  </a:lnTo>
                  <a:cubicBezTo>
                    <a:pt x="9159" y="2071"/>
                    <a:pt x="8783" y="1695"/>
                    <a:pt x="8783" y="1237"/>
                  </a:cubicBezTo>
                  <a:cubicBezTo>
                    <a:pt x="8783" y="1015"/>
                    <a:pt x="8871" y="809"/>
                    <a:pt x="9030" y="655"/>
                  </a:cubicBezTo>
                  <a:cubicBezTo>
                    <a:pt x="9185" y="500"/>
                    <a:pt x="9396" y="412"/>
                    <a:pt x="9617" y="412"/>
                  </a:cubicBezTo>
                  <a:close/>
                  <a:moveTo>
                    <a:pt x="9617" y="1"/>
                  </a:moveTo>
                  <a:cubicBezTo>
                    <a:pt x="9289" y="1"/>
                    <a:pt x="8974" y="129"/>
                    <a:pt x="8743" y="367"/>
                  </a:cubicBezTo>
                  <a:cubicBezTo>
                    <a:pt x="8510" y="593"/>
                    <a:pt x="8377" y="913"/>
                    <a:pt x="8377" y="1237"/>
                  </a:cubicBezTo>
                  <a:cubicBezTo>
                    <a:pt x="8377" y="1921"/>
                    <a:pt x="8933" y="2482"/>
                    <a:pt x="9617" y="2482"/>
                  </a:cubicBezTo>
                  <a:lnTo>
                    <a:pt x="9710" y="2482"/>
                  </a:lnTo>
                  <a:lnTo>
                    <a:pt x="9710" y="7538"/>
                  </a:lnTo>
                  <a:lnTo>
                    <a:pt x="5571" y="3770"/>
                  </a:lnTo>
                  <a:lnTo>
                    <a:pt x="5668" y="3667"/>
                  </a:lnTo>
                  <a:cubicBezTo>
                    <a:pt x="5875" y="3440"/>
                    <a:pt x="5988" y="3142"/>
                    <a:pt x="5988" y="2833"/>
                  </a:cubicBezTo>
                  <a:cubicBezTo>
                    <a:pt x="5988" y="2477"/>
                    <a:pt x="5844" y="2142"/>
                    <a:pt x="5587" y="1916"/>
                  </a:cubicBezTo>
                  <a:cubicBezTo>
                    <a:pt x="5358" y="1707"/>
                    <a:pt x="5073" y="1590"/>
                    <a:pt x="4767" y="1590"/>
                  </a:cubicBezTo>
                  <a:cubicBezTo>
                    <a:pt x="4742" y="1590"/>
                    <a:pt x="4716" y="1591"/>
                    <a:pt x="4691" y="1592"/>
                  </a:cubicBezTo>
                  <a:cubicBezTo>
                    <a:pt x="4361" y="1607"/>
                    <a:pt x="4057" y="1752"/>
                    <a:pt x="3836" y="1999"/>
                  </a:cubicBezTo>
                  <a:lnTo>
                    <a:pt x="319" y="5860"/>
                  </a:lnTo>
                  <a:cubicBezTo>
                    <a:pt x="114" y="6086"/>
                    <a:pt x="1" y="6385"/>
                    <a:pt x="1" y="6694"/>
                  </a:cubicBezTo>
                  <a:cubicBezTo>
                    <a:pt x="1" y="7044"/>
                    <a:pt x="145" y="7379"/>
                    <a:pt x="402" y="7610"/>
                  </a:cubicBezTo>
                  <a:cubicBezTo>
                    <a:pt x="639" y="7827"/>
                    <a:pt x="939" y="7935"/>
                    <a:pt x="1237" y="7935"/>
                  </a:cubicBezTo>
                  <a:cubicBezTo>
                    <a:pt x="1574" y="7935"/>
                    <a:pt x="1910" y="7798"/>
                    <a:pt x="2153" y="7528"/>
                  </a:cubicBezTo>
                  <a:lnTo>
                    <a:pt x="2251" y="7424"/>
                  </a:lnTo>
                  <a:lnTo>
                    <a:pt x="9710" y="14210"/>
                  </a:lnTo>
                  <a:lnTo>
                    <a:pt x="9710" y="16527"/>
                  </a:lnTo>
                  <a:cubicBezTo>
                    <a:pt x="7275" y="17207"/>
                    <a:pt x="5123" y="18720"/>
                    <a:pt x="3636" y="20790"/>
                  </a:cubicBezTo>
                  <a:cubicBezTo>
                    <a:pt x="2266" y="22700"/>
                    <a:pt x="1540" y="24960"/>
                    <a:pt x="1540" y="27324"/>
                  </a:cubicBezTo>
                  <a:cubicBezTo>
                    <a:pt x="1540" y="30073"/>
                    <a:pt x="2548" y="32718"/>
                    <a:pt x="4377" y="34773"/>
                  </a:cubicBezTo>
                  <a:lnTo>
                    <a:pt x="4439" y="34840"/>
                  </a:lnTo>
                  <a:lnTo>
                    <a:pt x="21073" y="34840"/>
                  </a:lnTo>
                  <a:lnTo>
                    <a:pt x="21129" y="34773"/>
                  </a:lnTo>
                  <a:cubicBezTo>
                    <a:pt x="22962" y="32718"/>
                    <a:pt x="23966" y="30073"/>
                    <a:pt x="23966" y="27324"/>
                  </a:cubicBezTo>
                  <a:cubicBezTo>
                    <a:pt x="23966" y="24965"/>
                    <a:pt x="23240" y="22705"/>
                    <a:pt x="21871" y="20790"/>
                  </a:cubicBezTo>
                  <a:cubicBezTo>
                    <a:pt x="20362" y="18689"/>
                    <a:pt x="18179" y="17171"/>
                    <a:pt x="15703" y="16501"/>
                  </a:cubicBezTo>
                  <a:lnTo>
                    <a:pt x="15703" y="2482"/>
                  </a:lnTo>
                  <a:lnTo>
                    <a:pt x="15750" y="2482"/>
                  </a:lnTo>
                  <a:cubicBezTo>
                    <a:pt x="16084" y="2482"/>
                    <a:pt x="16393" y="2354"/>
                    <a:pt x="16629" y="2118"/>
                  </a:cubicBezTo>
                  <a:cubicBezTo>
                    <a:pt x="16862" y="1890"/>
                    <a:pt x="16995" y="1571"/>
                    <a:pt x="16995" y="1237"/>
                  </a:cubicBezTo>
                  <a:cubicBezTo>
                    <a:pt x="16995" y="557"/>
                    <a:pt x="16434" y="1"/>
                    <a:pt x="157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0" name="Google Shape;1580;p37"/>
          <p:cNvGrpSpPr/>
          <p:nvPr/>
        </p:nvGrpSpPr>
        <p:grpSpPr>
          <a:xfrm>
            <a:off x="7460118" y="4064657"/>
            <a:ext cx="541276" cy="539437"/>
            <a:chOff x="7136762" y="3173711"/>
            <a:chExt cx="1140490" cy="1136614"/>
          </a:xfrm>
        </p:grpSpPr>
        <p:sp>
          <p:nvSpPr>
            <p:cNvPr id="1581" name="Google Shape;1581;p37"/>
            <p:cNvSpPr/>
            <p:nvPr/>
          </p:nvSpPr>
          <p:spPr>
            <a:xfrm rot="-9000061">
              <a:off x="7358988" y="3794447"/>
              <a:ext cx="100855" cy="87978"/>
            </a:xfrm>
            <a:custGeom>
              <a:avLst/>
              <a:gdLst/>
              <a:ahLst/>
              <a:cxnLst/>
              <a:rect l="l" t="t" r="r" b="b"/>
              <a:pathLst>
                <a:path w="2334" h="2036" extrusionOk="0">
                  <a:moveTo>
                    <a:pt x="217" y="1"/>
                  </a:moveTo>
                  <a:lnTo>
                    <a:pt x="217" y="1"/>
                  </a:lnTo>
                  <a:cubicBezTo>
                    <a:pt x="1" y="887"/>
                    <a:pt x="547" y="1773"/>
                    <a:pt x="1428" y="1989"/>
                  </a:cubicBezTo>
                  <a:cubicBezTo>
                    <a:pt x="1557" y="2020"/>
                    <a:pt x="1685" y="2035"/>
                    <a:pt x="1810" y="2035"/>
                  </a:cubicBezTo>
                  <a:cubicBezTo>
                    <a:pt x="1991" y="2035"/>
                    <a:pt x="2167" y="2005"/>
                    <a:pt x="2333" y="1947"/>
                  </a:cubicBezTo>
                  <a:lnTo>
                    <a:pt x="1885" y="407"/>
                  </a:lnTo>
                  <a:lnTo>
                    <a:pt x="217" y="1"/>
                  </a:lnTo>
                  <a:close/>
                </a:path>
              </a:pathLst>
            </a:custGeom>
            <a:solidFill>
              <a:srgbClr val="FFF3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7"/>
            <p:cNvSpPr/>
            <p:nvPr/>
          </p:nvSpPr>
          <p:spPr>
            <a:xfrm rot="-9000061">
              <a:off x="7576469" y="4020243"/>
              <a:ext cx="119695" cy="71731"/>
            </a:xfrm>
            <a:custGeom>
              <a:avLst/>
              <a:gdLst/>
              <a:ahLst/>
              <a:cxnLst/>
              <a:rect l="l" t="t" r="r" b="b"/>
              <a:pathLst>
                <a:path w="2770" h="1660" extrusionOk="0">
                  <a:moveTo>
                    <a:pt x="1113" y="1"/>
                  </a:moveTo>
                  <a:lnTo>
                    <a:pt x="1" y="1164"/>
                  </a:lnTo>
                  <a:cubicBezTo>
                    <a:pt x="206" y="1381"/>
                    <a:pt x="474" y="1540"/>
                    <a:pt x="783" y="1612"/>
                  </a:cubicBezTo>
                  <a:cubicBezTo>
                    <a:pt x="915" y="1644"/>
                    <a:pt x="1047" y="1659"/>
                    <a:pt x="1177" y="1659"/>
                  </a:cubicBezTo>
                  <a:cubicBezTo>
                    <a:pt x="1918" y="1659"/>
                    <a:pt x="2586" y="1156"/>
                    <a:pt x="2770" y="402"/>
                  </a:cubicBezTo>
                  <a:lnTo>
                    <a:pt x="1113" y="1"/>
                  </a:lnTo>
                  <a:close/>
                </a:path>
              </a:pathLst>
            </a:custGeom>
            <a:solidFill>
              <a:srgbClr val="FFF3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7"/>
            <p:cNvSpPr/>
            <p:nvPr/>
          </p:nvSpPr>
          <p:spPr>
            <a:xfrm rot="-9000061">
              <a:off x="7892525" y="3896908"/>
              <a:ext cx="90398" cy="129548"/>
            </a:xfrm>
            <a:custGeom>
              <a:avLst/>
              <a:gdLst/>
              <a:ahLst/>
              <a:cxnLst/>
              <a:rect l="l" t="t" r="r" b="b"/>
              <a:pathLst>
                <a:path w="2092" h="2998" extrusionOk="0">
                  <a:moveTo>
                    <a:pt x="1232" y="1"/>
                  </a:moveTo>
                  <a:lnTo>
                    <a:pt x="1" y="1287"/>
                  </a:lnTo>
                  <a:lnTo>
                    <a:pt x="506" y="2997"/>
                  </a:lnTo>
                  <a:cubicBezTo>
                    <a:pt x="1175" y="2924"/>
                    <a:pt x="1757" y="2441"/>
                    <a:pt x="1922" y="1755"/>
                  </a:cubicBezTo>
                  <a:cubicBezTo>
                    <a:pt x="2092" y="1066"/>
                    <a:pt x="1793" y="372"/>
                    <a:pt x="1232" y="1"/>
                  </a:cubicBezTo>
                  <a:close/>
                </a:path>
              </a:pathLst>
            </a:custGeom>
            <a:solidFill>
              <a:srgbClr val="FFF3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7"/>
            <p:cNvSpPr/>
            <p:nvPr/>
          </p:nvSpPr>
          <p:spPr>
            <a:xfrm rot="-9000061">
              <a:off x="7966656" y="3607816"/>
              <a:ext cx="100639" cy="87762"/>
            </a:xfrm>
            <a:custGeom>
              <a:avLst/>
              <a:gdLst/>
              <a:ahLst/>
              <a:cxnLst/>
              <a:rect l="l" t="t" r="r" b="b"/>
              <a:pathLst>
                <a:path w="2329" h="2031" extrusionOk="0">
                  <a:moveTo>
                    <a:pt x="516" y="1"/>
                  </a:moveTo>
                  <a:cubicBezTo>
                    <a:pt x="339" y="1"/>
                    <a:pt x="165" y="30"/>
                    <a:pt x="0" y="84"/>
                  </a:cubicBezTo>
                  <a:lnTo>
                    <a:pt x="454" y="1629"/>
                  </a:lnTo>
                  <a:lnTo>
                    <a:pt x="2112" y="2030"/>
                  </a:lnTo>
                  <a:cubicBezTo>
                    <a:pt x="2328" y="1149"/>
                    <a:pt x="1787" y="259"/>
                    <a:pt x="901" y="49"/>
                  </a:cubicBezTo>
                  <a:cubicBezTo>
                    <a:pt x="772" y="16"/>
                    <a:pt x="643" y="1"/>
                    <a:pt x="516" y="1"/>
                  </a:cubicBezTo>
                  <a:close/>
                </a:path>
              </a:pathLst>
            </a:custGeom>
            <a:solidFill>
              <a:srgbClr val="FFF3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7"/>
            <p:cNvSpPr/>
            <p:nvPr/>
          </p:nvSpPr>
          <p:spPr>
            <a:xfrm rot="-9000061">
              <a:off x="7730046" y="3398248"/>
              <a:ext cx="119955" cy="71644"/>
            </a:xfrm>
            <a:custGeom>
              <a:avLst/>
              <a:gdLst/>
              <a:ahLst/>
              <a:cxnLst/>
              <a:rect l="l" t="t" r="r" b="b"/>
              <a:pathLst>
                <a:path w="2776" h="1658" extrusionOk="0">
                  <a:moveTo>
                    <a:pt x="1602" y="1"/>
                  </a:moveTo>
                  <a:cubicBezTo>
                    <a:pt x="861" y="1"/>
                    <a:pt x="185" y="504"/>
                    <a:pt x="0" y="1256"/>
                  </a:cubicBezTo>
                  <a:lnTo>
                    <a:pt x="1668" y="1658"/>
                  </a:lnTo>
                  <a:lnTo>
                    <a:pt x="2775" y="499"/>
                  </a:lnTo>
                  <a:cubicBezTo>
                    <a:pt x="2564" y="283"/>
                    <a:pt x="2301" y="123"/>
                    <a:pt x="1987" y="47"/>
                  </a:cubicBezTo>
                  <a:cubicBezTo>
                    <a:pt x="1858" y="16"/>
                    <a:pt x="1729" y="1"/>
                    <a:pt x="1602" y="1"/>
                  </a:cubicBezTo>
                  <a:close/>
                </a:path>
              </a:pathLst>
            </a:custGeom>
            <a:solidFill>
              <a:srgbClr val="FFF3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7"/>
            <p:cNvSpPr/>
            <p:nvPr/>
          </p:nvSpPr>
          <p:spPr>
            <a:xfrm rot="-9000061">
              <a:off x="7444638" y="3463979"/>
              <a:ext cx="75231" cy="119695"/>
            </a:xfrm>
            <a:custGeom>
              <a:avLst/>
              <a:gdLst/>
              <a:ahLst/>
              <a:cxnLst/>
              <a:rect l="l" t="t" r="r" b="b"/>
              <a:pathLst>
                <a:path w="1741" h="2770" extrusionOk="0">
                  <a:moveTo>
                    <a:pt x="1277" y="1"/>
                  </a:moveTo>
                  <a:cubicBezTo>
                    <a:pt x="731" y="165"/>
                    <a:pt x="289" y="603"/>
                    <a:pt x="144" y="1190"/>
                  </a:cubicBezTo>
                  <a:cubicBezTo>
                    <a:pt x="1" y="1781"/>
                    <a:pt x="196" y="2379"/>
                    <a:pt x="608" y="2770"/>
                  </a:cubicBezTo>
                  <a:lnTo>
                    <a:pt x="1741" y="1581"/>
                  </a:lnTo>
                  <a:lnTo>
                    <a:pt x="1277" y="1"/>
                  </a:lnTo>
                  <a:close/>
                </a:path>
              </a:pathLst>
            </a:custGeom>
            <a:solidFill>
              <a:srgbClr val="FFF3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7" name="Google Shape;1587;p37"/>
            <p:cNvGrpSpPr/>
            <p:nvPr/>
          </p:nvGrpSpPr>
          <p:grpSpPr>
            <a:xfrm rot="-9000061">
              <a:off x="7287620" y="3327924"/>
              <a:ext cx="838775" cy="828188"/>
              <a:chOff x="10233775" y="2868200"/>
              <a:chExt cx="485275" cy="479150"/>
            </a:xfrm>
          </p:grpSpPr>
          <p:sp>
            <p:nvSpPr>
              <p:cNvPr id="1588" name="Google Shape;1588;p37"/>
              <p:cNvSpPr/>
              <p:nvPr/>
            </p:nvSpPr>
            <p:spPr>
              <a:xfrm>
                <a:off x="10573675" y="2916300"/>
                <a:ext cx="85375" cy="80100"/>
              </a:xfrm>
              <a:custGeom>
                <a:avLst/>
                <a:gdLst/>
                <a:ahLst/>
                <a:cxnLst/>
                <a:rect l="l" t="t" r="r" b="b"/>
                <a:pathLst>
                  <a:path w="3415" h="3204" extrusionOk="0">
                    <a:moveTo>
                      <a:pt x="1598" y="0"/>
                    </a:moveTo>
                    <a:cubicBezTo>
                      <a:pt x="855" y="0"/>
                      <a:pt x="185" y="507"/>
                      <a:pt x="1" y="1257"/>
                    </a:cubicBezTo>
                    <a:lnTo>
                      <a:pt x="1669" y="1663"/>
                    </a:lnTo>
                    <a:lnTo>
                      <a:pt x="2117" y="3203"/>
                    </a:lnTo>
                    <a:cubicBezTo>
                      <a:pt x="2638" y="3034"/>
                      <a:pt x="3059" y="2606"/>
                      <a:pt x="3199" y="2034"/>
                    </a:cubicBezTo>
                    <a:cubicBezTo>
                      <a:pt x="3415" y="1149"/>
                      <a:pt x="2869" y="264"/>
                      <a:pt x="1989" y="47"/>
                    </a:cubicBezTo>
                    <a:cubicBezTo>
                      <a:pt x="1858" y="15"/>
                      <a:pt x="1727" y="0"/>
                      <a:pt x="15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7"/>
              <p:cNvSpPr/>
              <p:nvPr/>
            </p:nvSpPr>
            <p:spPr>
              <a:xfrm>
                <a:off x="10372125" y="2868200"/>
                <a:ext cx="88700" cy="69900"/>
              </a:xfrm>
              <a:custGeom>
                <a:avLst/>
                <a:gdLst/>
                <a:ahLst/>
                <a:cxnLst/>
                <a:rect l="l" t="t" r="r" b="b"/>
                <a:pathLst>
                  <a:path w="3548" h="2796" extrusionOk="0">
                    <a:moveTo>
                      <a:pt x="1737" y="0"/>
                    </a:moveTo>
                    <a:cubicBezTo>
                      <a:pt x="997" y="0"/>
                      <a:pt x="325" y="505"/>
                      <a:pt x="140" y="1261"/>
                    </a:cubicBezTo>
                    <a:cubicBezTo>
                      <a:pt x="1" y="1833"/>
                      <a:pt x="181" y="2409"/>
                      <a:pt x="563" y="2795"/>
                    </a:cubicBezTo>
                    <a:lnTo>
                      <a:pt x="1675" y="1632"/>
                    </a:lnTo>
                    <a:lnTo>
                      <a:pt x="3332" y="2033"/>
                    </a:lnTo>
                    <a:cubicBezTo>
                      <a:pt x="3548" y="1153"/>
                      <a:pt x="3008" y="262"/>
                      <a:pt x="2122" y="46"/>
                    </a:cubicBezTo>
                    <a:cubicBezTo>
                      <a:pt x="1993" y="15"/>
                      <a:pt x="1864" y="0"/>
                      <a:pt x="17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7"/>
              <p:cNvSpPr/>
              <p:nvPr/>
            </p:nvSpPr>
            <p:spPr>
              <a:xfrm>
                <a:off x="10233775" y="3019775"/>
                <a:ext cx="67975" cy="82200"/>
              </a:xfrm>
              <a:custGeom>
                <a:avLst/>
                <a:gdLst/>
                <a:ahLst/>
                <a:cxnLst/>
                <a:rect l="l" t="t" r="r" b="b"/>
                <a:pathLst>
                  <a:path w="2719" h="3288" extrusionOk="0">
                    <a:moveTo>
                      <a:pt x="1808" y="0"/>
                    </a:moveTo>
                    <a:cubicBezTo>
                      <a:pt x="1066" y="0"/>
                      <a:pt x="396" y="508"/>
                      <a:pt x="212" y="1257"/>
                    </a:cubicBezTo>
                    <a:cubicBezTo>
                      <a:pt x="0" y="2138"/>
                      <a:pt x="541" y="3029"/>
                      <a:pt x="1421" y="3239"/>
                    </a:cubicBezTo>
                    <a:cubicBezTo>
                      <a:pt x="1554" y="3271"/>
                      <a:pt x="1685" y="3288"/>
                      <a:pt x="1813" y="3288"/>
                    </a:cubicBezTo>
                    <a:cubicBezTo>
                      <a:pt x="1873" y="3288"/>
                      <a:pt x="1934" y="3284"/>
                      <a:pt x="1993" y="3276"/>
                    </a:cubicBezTo>
                    <a:lnTo>
                      <a:pt x="1488" y="1566"/>
                    </a:lnTo>
                    <a:lnTo>
                      <a:pt x="2719" y="280"/>
                    </a:lnTo>
                    <a:cubicBezTo>
                      <a:pt x="2564" y="171"/>
                      <a:pt x="2390" y="94"/>
                      <a:pt x="2198" y="48"/>
                    </a:cubicBezTo>
                    <a:cubicBezTo>
                      <a:pt x="2068" y="16"/>
                      <a:pt x="1937" y="0"/>
                      <a:pt x="1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7"/>
              <p:cNvSpPr/>
              <p:nvPr/>
            </p:nvSpPr>
            <p:spPr>
              <a:xfrm>
                <a:off x="10285625" y="3219175"/>
                <a:ext cx="85125" cy="80050"/>
              </a:xfrm>
              <a:custGeom>
                <a:avLst/>
                <a:gdLst/>
                <a:ahLst/>
                <a:cxnLst/>
                <a:rect l="l" t="t" r="r" b="b"/>
                <a:pathLst>
                  <a:path w="3405" h="3202" extrusionOk="0">
                    <a:moveTo>
                      <a:pt x="1293" y="0"/>
                    </a:moveTo>
                    <a:cubicBezTo>
                      <a:pt x="773" y="170"/>
                      <a:pt x="352" y="597"/>
                      <a:pt x="212" y="1169"/>
                    </a:cubicBezTo>
                    <a:cubicBezTo>
                      <a:pt x="1" y="2054"/>
                      <a:pt x="542" y="2940"/>
                      <a:pt x="1422" y="3156"/>
                    </a:cubicBezTo>
                    <a:cubicBezTo>
                      <a:pt x="1551" y="3187"/>
                      <a:pt x="1680" y="3202"/>
                      <a:pt x="1807" y="3202"/>
                    </a:cubicBezTo>
                    <a:cubicBezTo>
                      <a:pt x="2549" y="3202"/>
                      <a:pt x="3225" y="2697"/>
                      <a:pt x="3405" y="1946"/>
                    </a:cubicBezTo>
                    <a:lnTo>
                      <a:pt x="1747" y="1545"/>
                    </a:lnTo>
                    <a:lnTo>
                      <a:pt x="12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7"/>
              <p:cNvSpPr/>
              <p:nvPr/>
            </p:nvSpPr>
            <p:spPr>
              <a:xfrm>
                <a:off x="10645375" y="3115600"/>
                <a:ext cx="73675" cy="82200"/>
              </a:xfrm>
              <a:custGeom>
                <a:avLst/>
                <a:gdLst/>
                <a:ahLst/>
                <a:cxnLst/>
                <a:rect l="l" t="t" r="r" b="b"/>
                <a:pathLst>
                  <a:path w="2947" h="3288" extrusionOk="0">
                    <a:moveTo>
                      <a:pt x="1134" y="1"/>
                    </a:moveTo>
                    <a:cubicBezTo>
                      <a:pt x="975" y="1"/>
                      <a:pt x="819" y="23"/>
                      <a:pt x="670" y="66"/>
                    </a:cubicBezTo>
                    <a:lnTo>
                      <a:pt x="1134" y="1646"/>
                    </a:lnTo>
                    <a:lnTo>
                      <a:pt x="1" y="2835"/>
                    </a:lnTo>
                    <a:cubicBezTo>
                      <a:pt x="202" y="3020"/>
                      <a:pt x="454" y="3170"/>
                      <a:pt x="747" y="3243"/>
                    </a:cubicBezTo>
                    <a:cubicBezTo>
                      <a:pt x="875" y="3273"/>
                      <a:pt x="1004" y="3288"/>
                      <a:pt x="1131" y="3288"/>
                    </a:cubicBezTo>
                    <a:cubicBezTo>
                      <a:pt x="1872" y="3288"/>
                      <a:pt x="2545" y="2784"/>
                      <a:pt x="2730" y="2032"/>
                    </a:cubicBezTo>
                    <a:cubicBezTo>
                      <a:pt x="2946" y="1147"/>
                      <a:pt x="2400" y="261"/>
                      <a:pt x="1525" y="45"/>
                    </a:cubicBezTo>
                    <a:cubicBezTo>
                      <a:pt x="1394" y="15"/>
                      <a:pt x="1263" y="1"/>
                      <a:pt x="1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7"/>
              <p:cNvSpPr/>
              <p:nvPr/>
            </p:nvSpPr>
            <p:spPr>
              <a:xfrm>
                <a:off x="10483725" y="3277575"/>
                <a:ext cx="88725" cy="69775"/>
              </a:xfrm>
              <a:custGeom>
                <a:avLst/>
                <a:gdLst/>
                <a:ahLst/>
                <a:cxnLst/>
                <a:rect l="l" t="t" r="r" b="b"/>
                <a:pathLst>
                  <a:path w="3549" h="2791" extrusionOk="0">
                    <a:moveTo>
                      <a:pt x="2987" y="1"/>
                    </a:moveTo>
                    <a:lnTo>
                      <a:pt x="1880" y="1160"/>
                    </a:lnTo>
                    <a:lnTo>
                      <a:pt x="212" y="758"/>
                    </a:lnTo>
                    <a:lnTo>
                      <a:pt x="212" y="758"/>
                    </a:lnTo>
                    <a:cubicBezTo>
                      <a:pt x="1" y="1638"/>
                      <a:pt x="541" y="2529"/>
                      <a:pt x="1427" y="2745"/>
                    </a:cubicBezTo>
                    <a:cubicBezTo>
                      <a:pt x="1556" y="2776"/>
                      <a:pt x="1685" y="2791"/>
                      <a:pt x="1812" y="2791"/>
                    </a:cubicBezTo>
                    <a:cubicBezTo>
                      <a:pt x="2554" y="2791"/>
                      <a:pt x="3228" y="2287"/>
                      <a:pt x="3409" y="1535"/>
                    </a:cubicBezTo>
                    <a:cubicBezTo>
                      <a:pt x="3548" y="965"/>
                      <a:pt x="3373" y="388"/>
                      <a:pt x="2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7"/>
              <p:cNvSpPr/>
              <p:nvPr/>
            </p:nvSpPr>
            <p:spPr>
              <a:xfrm>
                <a:off x="10265175" y="2903325"/>
                <a:ext cx="414325" cy="409025"/>
              </a:xfrm>
              <a:custGeom>
                <a:avLst/>
                <a:gdLst/>
                <a:ahLst/>
                <a:cxnLst/>
                <a:rect l="l" t="t" r="r" b="b"/>
                <a:pathLst>
                  <a:path w="16573" h="16361" extrusionOk="0">
                    <a:moveTo>
                      <a:pt x="6019" y="453"/>
                    </a:moveTo>
                    <a:lnTo>
                      <a:pt x="13845" y="2353"/>
                    </a:lnTo>
                    <a:lnTo>
                      <a:pt x="16109" y="10080"/>
                    </a:lnTo>
                    <a:lnTo>
                      <a:pt x="10555" y="15904"/>
                    </a:lnTo>
                    <a:lnTo>
                      <a:pt x="2729" y="14003"/>
                    </a:lnTo>
                    <a:lnTo>
                      <a:pt x="464" y="6281"/>
                    </a:lnTo>
                    <a:lnTo>
                      <a:pt x="6019" y="453"/>
                    </a:lnTo>
                    <a:close/>
                    <a:moveTo>
                      <a:pt x="5885" y="0"/>
                    </a:moveTo>
                    <a:lnTo>
                      <a:pt x="1" y="6167"/>
                    </a:lnTo>
                    <a:lnTo>
                      <a:pt x="2405" y="14348"/>
                    </a:lnTo>
                    <a:lnTo>
                      <a:pt x="10689" y="16361"/>
                    </a:lnTo>
                    <a:lnTo>
                      <a:pt x="16573" y="10194"/>
                    </a:lnTo>
                    <a:lnTo>
                      <a:pt x="14174" y="2008"/>
                    </a:lnTo>
                    <a:lnTo>
                      <a:pt x="58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95" name="Google Shape;1595;p37"/>
          <p:cNvGrpSpPr/>
          <p:nvPr/>
        </p:nvGrpSpPr>
        <p:grpSpPr>
          <a:xfrm>
            <a:off x="7782931" y="3606211"/>
            <a:ext cx="839613" cy="836748"/>
            <a:chOff x="7976387" y="3201092"/>
            <a:chExt cx="1140468" cy="1136577"/>
          </a:xfrm>
        </p:grpSpPr>
        <p:sp>
          <p:nvSpPr>
            <p:cNvPr id="1596" name="Google Shape;1596;p37"/>
            <p:cNvSpPr/>
            <p:nvPr/>
          </p:nvSpPr>
          <p:spPr>
            <a:xfrm rot="-9000061">
              <a:off x="8198358" y="3821927"/>
              <a:ext cx="100812" cy="87805"/>
            </a:xfrm>
            <a:custGeom>
              <a:avLst/>
              <a:gdLst/>
              <a:ahLst/>
              <a:cxnLst/>
              <a:rect l="l" t="t" r="r" b="b"/>
              <a:pathLst>
                <a:path w="2333" h="2032" extrusionOk="0">
                  <a:moveTo>
                    <a:pt x="211" y="0"/>
                  </a:moveTo>
                  <a:cubicBezTo>
                    <a:pt x="1" y="880"/>
                    <a:pt x="541" y="1771"/>
                    <a:pt x="1422" y="1987"/>
                  </a:cubicBezTo>
                  <a:cubicBezTo>
                    <a:pt x="1552" y="2017"/>
                    <a:pt x="1681" y="2031"/>
                    <a:pt x="1807" y="2031"/>
                  </a:cubicBezTo>
                  <a:cubicBezTo>
                    <a:pt x="1991" y="2031"/>
                    <a:pt x="2168" y="2001"/>
                    <a:pt x="2332" y="1946"/>
                  </a:cubicBezTo>
                  <a:lnTo>
                    <a:pt x="1879" y="402"/>
                  </a:lnTo>
                  <a:lnTo>
                    <a:pt x="211" y="0"/>
                  </a:lnTo>
                  <a:close/>
                </a:path>
              </a:pathLst>
            </a:custGeom>
            <a:solidFill>
              <a:srgbClr val="856C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7"/>
            <p:cNvSpPr/>
            <p:nvPr/>
          </p:nvSpPr>
          <p:spPr>
            <a:xfrm rot="-9000061">
              <a:off x="8284174" y="3491604"/>
              <a:ext cx="75188" cy="119523"/>
            </a:xfrm>
            <a:custGeom>
              <a:avLst/>
              <a:gdLst/>
              <a:ahLst/>
              <a:cxnLst/>
              <a:rect l="l" t="t" r="r" b="b"/>
              <a:pathLst>
                <a:path w="1740" h="2766" extrusionOk="0">
                  <a:moveTo>
                    <a:pt x="1276" y="0"/>
                  </a:moveTo>
                  <a:cubicBezTo>
                    <a:pt x="730" y="161"/>
                    <a:pt x="288" y="598"/>
                    <a:pt x="143" y="1190"/>
                  </a:cubicBezTo>
                  <a:cubicBezTo>
                    <a:pt x="0" y="1782"/>
                    <a:pt x="195" y="2374"/>
                    <a:pt x="607" y="2765"/>
                  </a:cubicBezTo>
                  <a:lnTo>
                    <a:pt x="1740" y="1575"/>
                  </a:lnTo>
                  <a:lnTo>
                    <a:pt x="1276" y="0"/>
                  </a:lnTo>
                  <a:close/>
                </a:path>
              </a:pathLst>
            </a:custGeom>
            <a:solidFill>
              <a:srgbClr val="856C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7"/>
            <p:cNvSpPr/>
            <p:nvPr/>
          </p:nvSpPr>
          <p:spPr>
            <a:xfrm rot="-9000061">
              <a:off x="8569464" y="3425421"/>
              <a:ext cx="120171" cy="71990"/>
            </a:xfrm>
            <a:custGeom>
              <a:avLst/>
              <a:gdLst/>
              <a:ahLst/>
              <a:cxnLst/>
              <a:rect l="l" t="t" r="r" b="b"/>
              <a:pathLst>
                <a:path w="2781" h="1666" extrusionOk="0">
                  <a:moveTo>
                    <a:pt x="1598" y="0"/>
                  </a:moveTo>
                  <a:cubicBezTo>
                    <a:pt x="858" y="0"/>
                    <a:pt x="184" y="508"/>
                    <a:pt x="0" y="1259"/>
                  </a:cubicBezTo>
                  <a:lnTo>
                    <a:pt x="1668" y="1665"/>
                  </a:lnTo>
                  <a:lnTo>
                    <a:pt x="2780" y="496"/>
                  </a:lnTo>
                  <a:cubicBezTo>
                    <a:pt x="2574" y="285"/>
                    <a:pt x="2301" y="126"/>
                    <a:pt x="1987" y="48"/>
                  </a:cubicBezTo>
                  <a:cubicBezTo>
                    <a:pt x="1857" y="16"/>
                    <a:pt x="1726" y="0"/>
                    <a:pt x="1598" y="0"/>
                  </a:cubicBezTo>
                  <a:close/>
                </a:path>
              </a:pathLst>
            </a:custGeom>
            <a:solidFill>
              <a:srgbClr val="856C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7"/>
            <p:cNvSpPr/>
            <p:nvPr/>
          </p:nvSpPr>
          <p:spPr>
            <a:xfrm rot="-9000061">
              <a:off x="8806188" y="3635322"/>
              <a:ext cx="100639" cy="87849"/>
            </a:xfrm>
            <a:custGeom>
              <a:avLst/>
              <a:gdLst/>
              <a:ahLst/>
              <a:cxnLst/>
              <a:rect l="l" t="t" r="r" b="b"/>
              <a:pathLst>
                <a:path w="2329" h="2033" extrusionOk="0">
                  <a:moveTo>
                    <a:pt x="516" y="1"/>
                  </a:moveTo>
                  <a:cubicBezTo>
                    <a:pt x="339" y="1"/>
                    <a:pt x="165" y="30"/>
                    <a:pt x="0" y="86"/>
                  </a:cubicBezTo>
                  <a:lnTo>
                    <a:pt x="454" y="1631"/>
                  </a:lnTo>
                  <a:lnTo>
                    <a:pt x="2112" y="2033"/>
                  </a:lnTo>
                  <a:cubicBezTo>
                    <a:pt x="2328" y="1148"/>
                    <a:pt x="1787" y="262"/>
                    <a:pt x="901" y="46"/>
                  </a:cubicBezTo>
                  <a:cubicBezTo>
                    <a:pt x="772" y="16"/>
                    <a:pt x="643" y="1"/>
                    <a:pt x="516" y="1"/>
                  </a:cubicBezTo>
                  <a:close/>
                </a:path>
              </a:pathLst>
            </a:custGeom>
            <a:solidFill>
              <a:srgbClr val="856C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7"/>
            <p:cNvSpPr/>
            <p:nvPr/>
          </p:nvSpPr>
          <p:spPr>
            <a:xfrm rot="-9000061">
              <a:off x="8732039" y="3924397"/>
              <a:ext cx="90355" cy="129720"/>
            </a:xfrm>
            <a:custGeom>
              <a:avLst/>
              <a:gdLst/>
              <a:ahLst/>
              <a:cxnLst/>
              <a:rect l="l" t="t" r="r" b="b"/>
              <a:pathLst>
                <a:path w="2091" h="3002" extrusionOk="0">
                  <a:moveTo>
                    <a:pt x="1231" y="0"/>
                  </a:moveTo>
                  <a:lnTo>
                    <a:pt x="0" y="1292"/>
                  </a:lnTo>
                  <a:lnTo>
                    <a:pt x="500" y="3001"/>
                  </a:lnTo>
                  <a:cubicBezTo>
                    <a:pt x="1169" y="2935"/>
                    <a:pt x="1756" y="2450"/>
                    <a:pt x="1921" y="1756"/>
                  </a:cubicBezTo>
                  <a:cubicBezTo>
                    <a:pt x="2091" y="1066"/>
                    <a:pt x="1792" y="371"/>
                    <a:pt x="1231" y="0"/>
                  </a:cubicBezTo>
                  <a:close/>
                </a:path>
              </a:pathLst>
            </a:custGeom>
            <a:solidFill>
              <a:srgbClr val="856C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7"/>
            <p:cNvSpPr/>
            <p:nvPr/>
          </p:nvSpPr>
          <p:spPr>
            <a:xfrm rot="-9000061">
              <a:off x="8415969" y="4047784"/>
              <a:ext cx="119695" cy="71860"/>
            </a:xfrm>
            <a:custGeom>
              <a:avLst/>
              <a:gdLst/>
              <a:ahLst/>
              <a:cxnLst/>
              <a:rect l="l" t="t" r="r" b="b"/>
              <a:pathLst>
                <a:path w="2770" h="1663" extrusionOk="0">
                  <a:moveTo>
                    <a:pt x="1113" y="1"/>
                  </a:moveTo>
                  <a:lnTo>
                    <a:pt x="1" y="1169"/>
                  </a:lnTo>
                  <a:cubicBezTo>
                    <a:pt x="206" y="1380"/>
                    <a:pt x="479" y="1539"/>
                    <a:pt x="783" y="1617"/>
                  </a:cubicBezTo>
                  <a:cubicBezTo>
                    <a:pt x="913" y="1648"/>
                    <a:pt x="1042" y="1663"/>
                    <a:pt x="1170" y="1663"/>
                  </a:cubicBezTo>
                  <a:cubicBezTo>
                    <a:pt x="1915" y="1663"/>
                    <a:pt x="2589" y="1159"/>
                    <a:pt x="2770" y="407"/>
                  </a:cubicBezTo>
                  <a:lnTo>
                    <a:pt x="1113" y="1"/>
                  </a:lnTo>
                  <a:close/>
                </a:path>
              </a:pathLst>
            </a:custGeom>
            <a:solidFill>
              <a:srgbClr val="856C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02" name="Google Shape;1602;p37"/>
            <p:cNvGrpSpPr/>
            <p:nvPr/>
          </p:nvGrpSpPr>
          <p:grpSpPr>
            <a:xfrm rot="-9000061">
              <a:off x="8127233" y="3355308"/>
              <a:ext cx="838775" cy="828145"/>
              <a:chOff x="9805175" y="3097375"/>
              <a:chExt cx="485275" cy="479125"/>
            </a:xfrm>
          </p:grpSpPr>
          <p:sp>
            <p:nvSpPr>
              <p:cNvPr id="1603" name="Google Shape;1603;p37"/>
              <p:cNvSpPr/>
              <p:nvPr/>
            </p:nvSpPr>
            <p:spPr>
              <a:xfrm>
                <a:off x="9943525" y="3097375"/>
                <a:ext cx="88725" cy="69800"/>
              </a:xfrm>
              <a:custGeom>
                <a:avLst/>
                <a:gdLst/>
                <a:ahLst/>
                <a:cxnLst/>
                <a:rect l="l" t="t" r="r" b="b"/>
                <a:pathLst>
                  <a:path w="3549" h="2792" extrusionOk="0">
                    <a:moveTo>
                      <a:pt x="1731" y="1"/>
                    </a:moveTo>
                    <a:cubicBezTo>
                      <a:pt x="993" y="1"/>
                      <a:pt x="324" y="504"/>
                      <a:pt x="140" y="1253"/>
                    </a:cubicBezTo>
                    <a:cubicBezTo>
                      <a:pt x="1" y="1824"/>
                      <a:pt x="181" y="2401"/>
                      <a:pt x="563" y="2792"/>
                    </a:cubicBezTo>
                    <a:lnTo>
                      <a:pt x="1675" y="1624"/>
                    </a:lnTo>
                    <a:lnTo>
                      <a:pt x="3332" y="2030"/>
                    </a:lnTo>
                    <a:cubicBezTo>
                      <a:pt x="3548" y="1149"/>
                      <a:pt x="3003" y="259"/>
                      <a:pt x="2122" y="49"/>
                    </a:cubicBezTo>
                    <a:cubicBezTo>
                      <a:pt x="1991" y="16"/>
                      <a:pt x="1860" y="1"/>
                      <a:pt x="17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7"/>
              <p:cNvSpPr/>
              <p:nvPr/>
            </p:nvSpPr>
            <p:spPr>
              <a:xfrm>
                <a:off x="10145075" y="3145425"/>
                <a:ext cx="85375" cy="80075"/>
              </a:xfrm>
              <a:custGeom>
                <a:avLst/>
                <a:gdLst/>
                <a:ahLst/>
                <a:cxnLst/>
                <a:rect l="l" t="t" r="r" b="b"/>
                <a:pathLst>
                  <a:path w="3415" h="3203" extrusionOk="0">
                    <a:moveTo>
                      <a:pt x="1602" y="1"/>
                    </a:moveTo>
                    <a:cubicBezTo>
                      <a:pt x="858" y="1"/>
                      <a:pt x="185" y="504"/>
                      <a:pt x="1" y="1256"/>
                    </a:cubicBezTo>
                    <a:lnTo>
                      <a:pt x="1669" y="1658"/>
                    </a:lnTo>
                    <a:lnTo>
                      <a:pt x="2122" y="3202"/>
                    </a:lnTo>
                    <a:cubicBezTo>
                      <a:pt x="2638" y="3027"/>
                      <a:pt x="3059" y="2599"/>
                      <a:pt x="3199" y="2029"/>
                    </a:cubicBezTo>
                    <a:cubicBezTo>
                      <a:pt x="3415" y="1154"/>
                      <a:pt x="2869" y="263"/>
                      <a:pt x="1989" y="47"/>
                    </a:cubicBezTo>
                    <a:cubicBezTo>
                      <a:pt x="1859" y="16"/>
                      <a:pt x="1729" y="1"/>
                      <a:pt x="16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7"/>
              <p:cNvSpPr/>
              <p:nvPr/>
            </p:nvSpPr>
            <p:spPr>
              <a:xfrm>
                <a:off x="10216775" y="3344650"/>
                <a:ext cx="73675" cy="82250"/>
              </a:xfrm>
              <a:custGeom>
                <a:avLst/>
                <a:gdLst/>
                <a:ahLst/>
                <a:cxnLst/>
                <a:rect l="l" t="t" r="r" b="b"/>
                <a:pathLst>
                  <a:path w="2947" h="3290" extrusionOk="0">
                    <a:moveTo>
                      <a:pt x="1139" y="0"/>
                    </a:moveTo>
                    <a:cubicBezTo>
                      <a:pt x="978" y="0"/>
                      <a:pt x="820" y="24"/>
                      <a:pt x="670" y="67"/>
                    </a:cubicBezTo>
                    <a:lnTo>
                      <a:pt x="1134" y="1642"/>
                    </a:lnTo>
                    <a:lnTo>
                      <a:pt x="1" y="2832"/>
                    </a:lnTo>
                    <a:cubicBezTo>
                      <a:pt x="202" y="3028"/>
                      <a:pt x="454" y="3172"/>
                      <a:pt x="747" y="3244"/>
                    </a:cubicBezTo>
                    <a:cubicBezTo>
                      <a:pt x="876" y="3275"/>
                      <a:pt x="1005" y="3290"/>
                      <a:pt x="1132" y="3290"/>
                    </a:cubicBezTo>
                    <a:cubicBezTo>
                      <a:pt x="1873" y="3290"/>
                      <a:pt x="2546" y="2786"/>
                      <a:pt x="2730" y="2034"/>
                    </a:cubicBezTo>
                    <a:cubicBezTo>
                      <a:pt x="2946" y="1148"/>
                      <a:pt x="2400" y="259"/>
                      <a:pt x="1525" y="47"/>
                    </a:cubicBezTo>
                    <a:cubicBezTo>
                      <a:pt x="1396" y="15"/>
                      <a:pt x="1266" y="0"/>
                      <a:pt x="11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7"/>
              <p:cNvSpPr/>
              <p:nvPr/>
            </p:nvSpPr>
            <p:spPr>
              <a:xfrm>
                <a:off x="10055125" y="3506575"/>
                <a:ext cx="88725" cy="69925"/>
              </a:xfrm>
              <a:custGeom>
                <a:avLst/>
                <a:gdLst/>
                <a:ahLst/>
                <a:cxnLst/>
                <a:rect l="l" t="t" r="r" b="b"/>
                <a:pathLst>
                  <a:path w="3549" h="2797" extrusionOk="0">
                    <a:moveTo>
                      <a:pt x="2992" y="0"/>
                    </a:moveTo>
                    <a:lnTo>
                      <a:pt x="1880" y="1169"/>
                    </a:lnTo>
                    <a:lnTo>
                      <a:pt x="212" y="763"/>
                    </a:lnTo>
                    <a:lnTo>
                      <a:pt x="212" y="763"/>
                    </a:lnTo>
                    <a:cubicBezTo>
                      <a:pt x="1" y="1647"/>
                      <a:pt x="541" y="2533"/>
                      <a:pt x="1422" y="2749"/>
                    </a:cubicBezTo>
                    <a:cubicBezTo>
                      <a:pt x="1553" y="2781"/>
                      <a:pt x="1684" y="2797"/>
                      <a:pt x="1813" y="2797"/>
                    </a:cubicBezTo>
                    <a:cubicBezTo>
                      <a:pt x="2556" y="2797"/>
                      <a:pt x="3229" y="2289"/>
                      <a:pt x="3409" y="1540"/>
                    </a:cubicBezTo>
                    <a:cubicBezTo>
                      <a:pt x="3548" y="968"/>
                      <a:pt x="3373" y="397"/>
                      <a:pt x="29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7"/>
              <p:cNvSpPr/>
              <p:nvPr/>
            </p:nvSpPr>
            <p:spPr>
              <a:xfrm>
                <a:off x="9857025" y="3448250"/>
                <a:ext cx="85150" cy="80150"/>
              </a:xfrm>
              <a:custGeom>
                <a:avLst/>
                <a:gdLst/>
                <a:ahLst/>
                <a:cxnLst/>
                <a:rect l="l" t="t" r="r" b="b"/>
                <a:pathLst>
                  <a:path w="3406" h="3206" extrusionOk="0">
                    <a:moveTo>
                      <a:pt x="1293" y="0"/>
                    </a:moveTo>
                    <a:cubicBezTo>
                      <a:pt x="773" y="171"/>
                      <a:pt x="352" y="603"/>
                      <a:pt x="212" y="1174"/>
                    </a:cubicBezTo>
                    <a:cubicBezTo>
                      <a:pt x="1" y="2055"/>
                      <a:pt x="542" y="2946"/>
                      <a:pt x="1422" y="3157"/>
                    </a:cubicBezTo>
                    <a:cubicBezTo>
                      <a:pt x="1553" y="3190"/>
                      <a:pt x="1684" y="3205"/>
                      <a:pt x="1813" y="3205"/>
                    </a:cubicBezTo>
                    <a:cubicBezTo>
                      <a:pt x="2553" y="3205"/>
                      <a:pt x="3225" y="2701"/>
                      <a:pt x="3405" y="1947"/>
                    </a:cubicBezTo>
                    <a:lnTo>
                      <a:pt x="1747" y="1545"/>
                    </a:lnTo>
                    <a:lnTo>
                      <a:pt x="12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7"/>
              <p:cNvSpPr/>
              <p:nvPr/>
            </p:nvSpPr>
            <p:spPr>
              <a:xfrm>
                <a:off x="9805175" y="3248875"/>
                <a:ext cx="67975" cy="82250"/>
              </a:xfrm>
              <a:custGeom>
                <a:avLst/>
                <a:gdLst/>
                <a:ahLst/>
                <a:cxnLst/>
                <a:rect l="l" t="t" r="r" b="b"/>
                <a:pathLst>
                  <a:path w="2719" h="3290" extrusionOk="0">
                    <a:moveTo>
                      <a:pt x="1807" y="0"/>
                    </a:moveTo>
                    <a:cubicBezTo>
                      <a:pt x="1068" y="0"/>
                      <a:pt x="396" y="504"/>
                      <a:pt x="212" y="1258"/>
                    </a:cubicBezTo>
                    <a:cubicBezTo>
                      <a:pt x="0" y="2137"/>
                      <a:pt x="542" y="3028"/>
                      <a:pt x="1421" y="3239"/>
                    </a:cubicBezTo>
                    <a:cubicBezTo>
                      <a:pt x="1549" y="3273"/>
                      <a:pt x="1674" y="3289"/>
                      <a:pt x="1795" y="3289"/>
                    </a:cubicBezTo>
                    <a:cubicBezTo>
                      <a:pt x="1860" y="3289"/>
                      <a:pt x="1925" y="3284"/>
                      <a:pt x="1988" y="3275"/>
                    </a:cubicBezTo>
                    <a:lnTo>
                      <a:pt x="1488" y="1566"/>
                    </a:lnTo>
                    <a:lnTo>
                      <a:pt x="2719" y="274"/>
                    </a:lnTo>
                    <a:cubicBezTo>
                      <a:pt x="2564" y="167"/>
                      <a:pt x="2390" y="94"/>
                      <a:pt x="2199" y="48"/>
                    </a:cubicBezTo>
                    <a:cubicBezTo>
                      <a:pt x="2067" y="16"/>
                      <a:pt x="1936" y="0"/>
                      <a:pt x="18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7"/>
              <p:cNvSpPr/>
              <p:nvPr/>
            </p:nvSpPr>
            <p:spPr>
              <a:xfrm>
                <a:off x="9836600" y="3132275"/>
                <a:ext cx="414300" cy="409200"/>
              </a:xfrm>
              <a:custGeom>
                <a:avLst/>
                <a:gdLst/>
                <a:ahLst/>
                <a:cxnLst/>
                <a:rect l="l" t="t" r="r" b="b"/>
                <a:pathLst>
                  <a:path w="16572" h="16368" extrusionOk="0">
                    <a:moveTo>
                      <a:pt x="6019" y="459"/>
                    </a:moveTo>
                    <a:lnTo>
                      <a:pt x="13844" y="2359"/>
                    </a:lnTo>
                    <a:lnTo>
                      <a:pt x="16108" y="10082"/>
                    </a:lnTo>
                    <a:lnTo>
                      <a:pt x="10554" y="15909"/>
                    </a:lnTo>
                    <a:lnTo>
                      <a:pt x="2728" y="14010"/>
                    </a:lnTo>
                    <a:lnTo>
                      <a:pt x="463" y="6287"/>
                    </a:lnTo>
                    <a:lnTo>
                      <a:pt x="6019" y="459"/>
                    </a:lnTo>
                    <a:close/>
                    <a:moveTo>
                      <a:pt x="5884" y="1"/>
                    </a:moveTo>
                    <a:lnTo>
                      <a:pt x="0" y="6174"/>
                    </a:lnTo>
                    <a:lnTo>
                      <a:pt x="2400" y="14355"/>
                    </a:lnTo>
                    <a:lnTo>
                      <a:pt x="10688" y="16367"/>
                    </a:lnTo>
                    <a:lnTo>
                      <a:pt x="16572" y="10194"/>
                    </a:lnTo>
                    <a:lnTo>
                      <a:pt x="14174" y="2013"/>
                    </a:lnTo>
                    <a:lnTo>
                      <a:pt x="58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7"/>
        <p:cNvGrpSpPr/>
        <p:nvPr/>
      </p:nvGrpSpPr>
      <p:grpSpPr>
        <a:xfrm>
          <a:off x="0" y="0"/>
          <a:ext cx="0" cy="0"/>
          <a:chOff x="0" y="0"/>
          <a:chExt cx="0" cy="0"/>
        </a:xfrm>
      </p:grpSpPr>
      <p:sp>
        <p:nvSpPr>
          <p:cNvPr id="1978" name="Google Shape;1978;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Periodic </a:t>
            </a:r>
            <a:r>
              <a:rPr lang="en">
                <a:solidFill>
                  <a:schemeClr val="accent2"/>
                </a:solidFill>
              </a:rPr>
              <a:t>table</a:t>
            </a:r>
            <a:endParaRPr>
              <a:solidFill>
                <a:schemeClr val="accent2"/>
              </a:solidFill>
            </a:endParaRPr>
          </a:p>
        </p:txBody>
      </p:sp>
      <p:graphicFrame>
        <p:nvGraphicFramePr>
          <p:cNvPr id="1979" name="Google Shape;1979;p49"/>
          <p:cNvGraphicFramePr/>
          <p:nvPr/>
        </p:nvGraphicFramePr>
        <p:xfrm>
          <a:off x="952425" y="1123095"/>
          <a:ext cx="7239150" cy="2649675"/>
        </p:xfrm>
        <a:graphic>
          <a:graphicData uri="http://schemas.openxmlformats.org/drawingml/2006/table">
            <a:tbl>
              <a:tblPr>
                <a:noFill/>
                <a:tableStyleId>{65C54C97-7D00-4DD5-9B58-6E18B0187CAF}</a:tableStyleId>
              </a:tblPr>
              <a:tblGrid>
                <a:gridCol w="402175">
                  <a:extLst>
                    <a:ext uri="{9D8B030D-6E8A-4147-A177-3AD203B41FA5}">
                      <a16:colId xmlns:a16="http://schemas.microsoft.com/office/drawing/2014/main" val="20000"/>
                    </a:ext>
                  </a:extLst>
                </a:gridCol>
                <a:gridCol w="402175">
                  <a:extLst>
                    <a:ext uri="{9D8B030D-6E8A-4147-A177-3AD203B41FA5}">
                      <a16:colId xmlns:a16="http://schemas.microsoft.com/office/drawing/2014/main" val="20001"/>
                    </a:ext>
                  </a:extLst>
                </a:gridCol>
                <a:gridCol w="402175">
                  <a:extLst>
                    <a:ext uri="{9D8B030D-6E8A-4147-A177-3AD203B41FA5}">
                      <a16:colId xmlns:a16="http://schemas.microsoft.com/office/drawing/2014/main" val="20002"/>
                    </a:ext>
                  </a:extLst>
                </a:gridCol>
                <a:gridCol w="402175">
                  <a:extLst>
                    <a:ext uri="{9D8B030D-6E8A-4147-A177-3AD203B41FA5}">
                      <a16:colId xmlns:a16="http://schemas.microsoft.com/office/drawing/2014/main" val="20003"/>
                    </a:ext>
                  </a:extLst>
                </a:gridCol>
                <a:gridCol w="402175">
                  <a:extLst>
                    <a:ext uri="{9D8B030D-6E8A-4147-A177-3AD203B41FA5}">
                      <a16:colId xmlns:a16="http://schemas.microsoft.com/office/drawing/2014/main" val="20004"/>
                    </a:ext>
                  </a:extLst>
                </a:gridCol>
                <a:gridCol w="402175">
                  <a:extLst>
                    <a:ext uri="{9D8B030D-6E8A-4147-A177-3AD203B41FA5}">
                      <a16:colId xmlns:a16="http://schemas.microsoft.com/office/drawing/2014/main" val="20005"/>
                    </a:ext>
                  </a:extLst>
                </a:gridCol>
                <a:gridCol w="402175">
                  <a:extLst>
                    <a:ext uri="{9D8B030D-6E8A-4147-A177-3AD203B41FA5}">
                      <a16:colId xmlns:a16="http://schemas.microsoft.com/office/drawing/2014/main" val="20006"/>
                    </a:ext>
                  </a:extLst>
                </a:gridCol>
                <a:gridCol w="402175">
                  <a:extLst>
                    <a:ext uri="{9D8B030D-6E8A-4147-A177-3AD203B41FA5}">
                      <a16:colId xmlns:a16="http://schemas.microsoft.com/office/drawing/2014/main" val="20007"/>
                    </a:ext>
                  </a:extLst>
                </a:gridCol>
                <a:gridCol w="402175">
                  <a:extLst>
                    <a:ext uri="{9D8B030D-6E8A-4147-A177-3AD203B41FA5}">
                      <a16:colId xmlns:a16="http://schemas.microsoft.com/office/drawing/2014/main" val="20008"/>
                    </a:ext>
                  </a:extLst>
                </a:gridCol>
                <a:gridCol w="402175">
                  <a:extLst>
                    <a:ext uri="{9D8B030D-6E8A-4147-A177-3AD203B41FA5}">
                      <a16:colId xmlns:a16="http://schemas.microsoft.com/office/drawing/2014/main" val="20009"/>
                    </a:ext>
                  </a:extLst>
                </a:gridCol>
                <a:gridCol w="402175">
                  <a:extLst>
                    <a:ext uri="{9D8B030D-6E8A-4147-A177-3AD203B41FA5}">
                      <a16:colId xmlns:a16="http://schemas.microsoft.com/office/drawing/2014/main" val="20010"/>
                    </a:ext>
                  </a:extLst>
                </a:gridCol>
                <a:gridCol w="402175">
                  <a:extLst>
                    <a:ext uri="{9D8B030D-6E8A-4147-A177-3AD203B41FA5}">
                      <a16:colId xmlns:a16="http://schemas.microsoft.com/office/drawing/2014/main" val="20011"/>
                    </a:ext>
                  </a:extLst>
                </a:gridCol>
                <a:gridCol w="402175">
                  <a:extLst>
                    <a:ext uri="{9D8B030D-6E8A-4147-A177-3AD203B41FA5}">
                      <a16:colId xmlns:a16="http://schemas.microsoft.com/office/drawing/2014/main" val="20012"/>
                    </a:ext>
                  </a:extLst>
                </a:gridCol>
                <a:gridCol w="402175">
                  <a:extLst>
                    <a:ext uri="{9D8B030D-6E8A-4147-A177-3AD203B41FA5}">
                      <a16:colId xmlns:a16="http://schemas.microsoft.com/office/drawing/2014/main" val="20013"/>
                    </a:ext>
                  </a:extLst>
                </a:gridCol>
                <a:gridCol w="402175">
                  <a:extLst>
                    <a:ext uri="{9D8B030D-6E8A-4147-A177-3AD203B41FA5}">
                      <a16:colId xmlns:a16="http://schemas.microsoft.com/office/drawing/2014/main" val="20014"/>
                    </a:ext>
                  </a:extLst>
                </a:gridCol>
                <a:gridCol w="402175">
                  <a:extLst>
                    <a:ext uri="{9D8B030D-6E8A-4147-A177-3AD203B41FA5}">
                      <a16:colId xmlns:a16="http://schemas.microsoft.com/office/drawing/2014/main" val="20015"/>
                    </a:ext>
                  </a:extLst>
                </a:gridCol>
                <a:gridCol w="402175">
                  <a:extLst>
                    <a:ext uri="{9D8B030D-6E8A-4147-A177-3AD203B41FA5}">
                      <a16:colId xmlns:a16="http://schemas.microsoft.com/office/drawing/2014/main" val="20016"/>
                    </a:ext>
                  </a:extLst>
                </a:gridCol>
                <a:gridCol w="402175">
                  <a:extLst>
                    <a:ext uri="{9D8B030D-6E8A-4147-A177-3AD203B41FA5}">
                      <a16:colId xmlns:a16="http://schemas.microsoft.com/office/drawing/2014/main" val="20017"/>
                    </a:ext>
                  </a:extLst>
                </a:gridCol>
              </a:tblGrid>
              <a:tr h="378525">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a:t>
                      </a:r>
                      <a:r>
                        <a:rPr lang="en" sz="1200"/>
                        <a:t>      </a:t>
                      </a:r>
                      <a:r>
                        <a:rPr lang="en" sz="1200">
                          <a:solidFill>
                            <a:schemeClr val="dk1"/>
                          </a:solidFill>
                          <a:latin typeface="Assistant"/>
                          <a:ea typeface="Assistant"/>
                          <a:cs typeface="Assistant"/>
                          <a:sym typeface="Assistant"/>
                        </a:rPr>
                        <a:t>H</a:t>
                      </a:r>
                      <a:endParaRPr sz="1200">
                        <a:latin typeface="Assistant"/>
                        <a:ea typeface="Assistant"/>
                        <a:cs typeface="Assistant"/>
                        <a:sym typeface="Assistant"/>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2</a:t>
                      </a:r>
                      <a:r>
                        <a:rPr lang="en" sz="1200"/>
                        <a:t>    </a:t>
                      </a:r>
                      <a:r>
                        <a:rPr lang="en" sz="1200">
                          <a:solidFill>
                            <a:schemeClr val="dk1"/>
                          </a:solidFill>
                          <a:latin typeface="Assistant"/>
                          <a:ea typeface="Assistant"/>
                          <a:cs typeface="Assistant"/>
                          <a:sym typeface="Assistant"/>
                        </a:rPr>
                        <a:t>He</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8525">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3</a:t>
                      </a:r>
                      <a:r>
                        <a:rPr lang="en" sz="1200"/>
                        <a:t>     </a:t>
                      </a:r>
                      <a:r>
                        <a:rPr lang="en" sz="1200">
                          <a:solidFill>
                            <a:schemeClr val="dk1"/>
                          </a:solidFill>
                          <a:latin typeface="Assistant"/>
                          <a:ea typeface="Assistant"/>
                          <a:cs typeface="Assistant"/>
                          <a:sym typeface="Assistant"/>
                        </a:rPr>
                        <a:t>Li</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4</a:t>
                      </a:r>
                      <a:r>
                        <a:rPr lang="en" sz="1200"/>
                        <a:t>    </a:t>
                      </a:r>
                      <a:r>
                        <a:rPr lang="en" sz="1200">
                          <a:solidFill>
                            <a:schemeClr val="dk1"/>
                          </a:solidFill>
                          <a:latin typeface="Assistant"/>
                          <a:ea typeface="Assistant"/>
                          <a:cs typeface="Assistant"/>
                          <a:sym typeface="Assistant"/>
                        </a:rPr>
                        <a:t>Be</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5</a:t>
                      </a:r>
                      <a:r>
                        <a:rPr lang="en" sz="1200"/>
                        <a:t>      </a:t>
                      </a:r>
                      <a:r>
                        <a:rPr lang="en" sz="1200">
                          <a:solidFill>
                            <a:schemeClr val="dk1"/>
                          </a:solidFill>
                          <a:latin typeface="Assistant"/>
                          <a:ea typeface="Assistant"/>
                          <a:cs typeface="Assistant"/>
                          <a:sym typeface="Assistant"/>
                        </a:rPr>
                        <a:t>B</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6</a:t>
                      </a:r>
                      <a:r>
                        <a:rPr lang="en" sz="1200"/>
                        <a:t>      </a:t>
                      </a:r>
                      <a:r>
                        <a:rPr lang="en" sz="1200">
                          <a:solidFill>
                            <a:schemeClr val="dk1"/>
                          </a:solidFill>
                          <a:latin typeface="Assistant"/>
                          <a:ea typeface="Assistant"/>
                          <a:cs typeface="Assistant"/>
                          <a:sym typeface="Assistant"/>
                        </a:rPr>
                        <a:t>C</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7</a:t>
                      </a:r>
                      <a:r>
                        <a:rPr lang="en" sz="1200"/>
                        <a:t>      </a:t>
                      </a:r>
                      <a:r>
                        <a:rPr lang="en" sz="1200">
                          <a:solidFill>
                            <a:schemeClr val="dk1"/>
                          </a:solidFill>
                          <a:latin typeface="Assistant"/>
                          <a:ea typeface="Assistant"/>
                          <a:cs typeface="Assistant"/>
                          <a:sym typeface="Assistant"/>
                        </a:rPr>
                        <a:t>N</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8</a:t>
                      </a:r>
                      <a:r>
                        <a:rPr lang="en" sz="1200"/>
                        <a:t>     </a:t>
                      </a:r>
                      <a:r>
                        <a:rPr lang="en" sz="1200">
                          <a:solidFill>
                            <a:schemeClr val="dk1"/>
                          </a:solidFill>
                          <a:latin typeface="Assistant"/>
                          <a:ea typeface="Assistant"/>
                          <a:cs typeface="Assistant"/>
                          <a:sym typeface="Assistant"/>
                        </a:rPr>
                        <a:t>O</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9</a:t>
                      </a:r>
                      <a:r>
                        <a:rPr lang="en" sz="1200"/>
                        <a:t>      </a:t>
                      </a:r>
                      <a:r>
                        <a:rPr lang="en" sz="1200">
                          <a:solidFill>
                            <a:schemeClr val="dk1"/>
                          </a:solidFill>
                          <a:latin typeface="Assistant"/>
                          <a:ea typeface="Assistant"/>
                          <a:cs typeface="Assistant"/>
                          <a:sym typeface="Assistant"/>
                        </a:rPr>
                        <a:t>F</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10</a:t>
                      </a:r>
                      <a:r>
                        <a:rPr lang="en" sz="1200"/>
                        <a:t>  </a:t>
                      </a:r>
                      <a:r>
                        <a:rPr lang="en" sz="1200">
                          <a:solidFill>
                            <a:schemeClr val="dk1"/>
                          </a:solidFill>
                          <a:latin typeface="Assistant"/>
                          <a:ea typeface="Assistant"/>
                          <a:cs typeface="Assistant"/>
                          <a:sym typeface="Assistant"/>
                        </a:rPr>
                        <a:t>Ne</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extLst>
                  <a:ext uri="{0D108BD9-81ED-4DB2-BD59-A6C34878D82A}">
                    <a16:rowId xmlns:a16="http://schemas.microsoft.com/office/drawing/2014/main" val="10001"/>
                  </a:ext>
                </a:extLst>
              </a:tr>
              <a:tr h="378525">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11</a:t>
                      </a:r>
                      <a:r>
                        <a:rPr lang="en" sz="1200"/>
                        <a:t>   </a:t>
                      </a:r>
                      <a:r>
                        <a:rPr lang="en" sz="1200">
                          <a:solidFill>
                            <a:schemeClr val="dk1"/>
                          </a:solidFill>
                          <a:latin typeface="Assistant"/>
                          <a:ea typeface="Assistant"/>
                          <a:cs typeface="Assistant"/>
                          <a:sym typeface="Assistant"/>
                        </a:rPr>
                        <a:t>Na</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12</a:t>
                      </a:r>
                      <a:r>
                        <a:rPr lang="en" sz="1200"/>
                        <a:t>  </a:t>
                      </a:r>
                      <a:r>
                        <a:rPr lang="en" sz="1200">
                          <a:solidFill>
                            <a:schemeClr val="dk1"/>
                          </a:solidFill>
                          <a:latin typeface="Assistant"/>
                          <a:ea typeface="Assistant"/>
                          <a:cs typeface="Assistant"/>
                          <a:sym typeface="Assistant"/>
                        </a:rPr>
                        <a:t>Mg</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13 </a:t>
                      </a:r>
                      <a:r>
                        <a:rPr lang="en" sz="1200"/>
                        <a:t>   </a:t>
                      </a:r>
                      <a:r>
                        <a:rPr lang="en" sz="1200">
                          <a:solidFill>
                            <a:schemeClr val="dk1"/>
                          </a:solidFill>
                          <a:latin typeface="Assistant"/>
                          <a:ea typeface="Assistant"/>
                          <a:cs typeface="Assistant"/>
                          <a:sym typeface="Assistant"/>
                        </a:rPr>
                        <a:t>Al</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14 </a:t>
                      </a:r>
                      <a:r>
                        <a:rPr lang="en" sz="1200"/>
                        <a:t>  </a:t>
                      </a:r>
                      <a:r>
                        <a:rPr lang="en" sz="1200">
                          <a:solidFill>
                            <a:schemeClr val="dk1"/>
                          </a:solidFill>
                          <a:latin typeface="Assistant"/>
                          <a:ea typeface="Assistant"/>
                          <a:cs typeface="Assistant"/>
                          <a:sym typeface="Assistant"/>
                        </a:rPr>
                        <a:t>Si</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15 </a:t>
                      </a:r>
                      <a:r>
                        <a:rPr lang="en" sz="1200"/>
                        <a:t>   </a:t>
                      </a:r>
                      <a:r>
                        <a:rPr lang="en" sz="1200">
                          <a:solidFill>
                            <a:schemeClr val="dk1"/>
                          </a:solidFill>
                          <a:latin typeface="Assistant"/>
                          <a:ea typeface="Assistant"/>
                          <a:cs typeface="Assistant"/>
                          <a:sym typeface="Assistant"/>
                        </a:rPr>
                        <a:t>P</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16</a:t>
                      </a:r>
                      <a:r>
                        <a:rPr lang="en" sz="1200"/>
                        <a:t>    </a:t>
                      </a:r>
                      <a:r>
                        <a:rPr lang="en" sz="1200">
                          <a:solidFill>
                            <a:schemeClr val="dk1"/>
                          </a:solidFill>
                          <a:latin typeface="Assistant"/>
                          <a:ea typeface="Assistant"/>
                          <a:cs typeface="Assistant"/>
                          <a:sym typeface="Assistant"/>
                        </a:rPr>
                        <a:t>S</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17</a:t>
                      </a:r>
                      <a:r>
                        <a:rPr lang="en" sz="1200"/>
                        <a:t>    </a:t>
                      </a:r>
                      <a:r>
                        <a:rPr lang="en" sz="1200">
                          <a:solidFill>
                            <a:schemeClr val="dk1"/>
                          </a:solidFill>
                          <a:latin typeface="Assistant"/>
                          <a:ea typeface="Assistant"/>
                          <a:cs typeface="Assistant"/>
                          <a:sym typeface="Assistant"/>
                        </a:rPr>
                        <a:t>Ci</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18</a:t>
                      </a:r>
                      <a:r>
                        <a:rPr lang="en" sz="1200"/>
                        <a:t>   </a:t>
                      </a:r>
                      <a:r>
                        <a:rPr lang="en" sz="1200">
                          <a:solidFill>
                            <a:schemeClr val="dk1"/>
                          </a:solidFill>
                          <a:latin typeface="Assistant"/>
                          <a:ea typeface="Assistant"/>
                          <a:cs typeface="Assistant"/>
                          <a:sym typeface="Assistant"/>
                        </a:rPr>
                        <a:t>Ar</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extLst>
                  <a:ext uri="{0D108BD9-81ED-4DB2-BD59-A6C34878D82A}">
                    <a16:rowId xmlns:a16="http://schemas.microsoft.com/office/drawing/2014/main" val="10002"/>
                  </a:ext>
                </a:extLst>
              </a:tr>
              <a:tr h="378525">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19</a:t>
                      </a:r>
                      <a:r>
                        <a:rPr lang="en" sz="1200"/>
                        <a:t>    </a:t>
                      </a:r>
                      <a:r>
                        <a:rPr lang="en" sz="1200">
                          <a:solidFill>
                            <a:schemeClr val="dk1"/>
                          </a:solidFill>
                          <a:latin typeface="Assistant"/>
                          <a:ea typeface="Assistant"/>
                          <a:cs typeface="Assistant"/>
                          <a:sym typeface="Assistant"/>
                        </a:rPr>
                        <a:t>K</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20</a:t>
                      </a:r>
                      <a:r>
                        <a:rPr lang="en" sz="1200"/>
                        <a:t>  </a:t>
                      </a:r>
                      <a:r>
                        <a:rPr lang="en" sz="1200">
                          <a:solidFill>
                            <a:schemeClr val="dk1"/>
                          </a:solidFill>
                          <a:latin typeface="Assistant"/>
                          <a:ea typeface="Assistant"/>
                          <a:cs typeface="Assistant"/>
                          <a:sym typeface="Assistant"/>
                        </a:rPr>
                        <a:t>Ca</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21</a:t>
                      </a:r>
                      <a:r>
                        <a:rPr lang="en" sz="1200">
                          <a:solidFill>
                            <a:schemeClr val="accent2"/>
                          </a:solidFill>
                        </a:rPr>
                        <a:t>   </a:t>
                      </a:r>
                      <a:r>
                        <a:rPr lang="en" sz="1200">
                          <a:solidFill>
                            <a:schemeClr val="accent2"/>
                          </a:solidFill>
                          <a:latin typeface="Assistant"/>
                          <a:ea typeface="Assistant"/>
                          <a:cs typeface="Assistant"/>
                          <a:sym typeface="Assistant"/>
                        </a:rPr>
                        <a:t>Sc</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22 </a:t>
                      </a:r>
                      <a:r>
                        <a:rPr lang="en" sz="1200">
                          <a:solidFill>
                            <a:schemeClr val="accent2"/>
                          </a:solidFill>
                        </a:rPr>
                        <a:t>  </a:t>
                      </a:r>
                      <a:r>
                        <a:rPr lang="en" sz="1200">
                          <a:solidFill>
                            <a:schemeClr val="accent2"/>
                          </a:solidFill>
                          <a:latin typeface="Assistant"/>
                          <a:ea typeface="Assistant"/>
                          <a:cs typeface="Assistant"/>
                          <a:sym typeface="Assistant"/>
                        </a:rPr>
                        <a:t>Ti</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23</a:t>
                      </a:r>
                      <a:r>
                        <a:rPr lang="en" sz="1200">
                          <a:solidFill>
                            <a:schemeClr val="accent2"/>
                          </a:solidFill>
                        </a:rPr>
                        <a:t>    </a:t>
                      </a:r>
                      <a:r>
                        <a:rPr lang="en" sz="1200">
                          <a:solidFill>
                            <a:schemeClr val="accent2"/>
                          </a:solidFill>
                          <a:latin typeface="Assistant"/>
                          <a:ea typeface="Assistant"/>
                          <a:cs typeface="Assistant"/>
                          <a:sym typeface="Assistant"/>
                        </a:rPr>
                        <a:t>V</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24</a:t>
                      </a:r>
                      <a:r>
                        <a:rPr lang="en" sz="1200">
                          <a:solidFill>
                            <a:schemeClr val="accent2"/>
                          </a:solidFill>
                        </a:rPr>
                        <a:t>  </a:t>
                      </a:r>
                      <a:r>
                        <a:rPr lang="en" sz="1200">
                          <a:solidFill>
                            <a:schemeClr val="accent2"/>
                          </a:solidFill>
                          <a:latin typeface="Assistant"/>
                          <a:ea typeface="Assistant"/>
                          <a:cs typeface="Assistant"/>
                          <a:sym typeface="Assistant"/>
                        </a:rPr>
                        <a:t>Cr</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25</a:t>
                      </a:r>
                      <a:r>
                        <a:rPr lang="en" sz="1200">
                          <a:solidFill>
                            <a:schemeClr val="accent2"/>
                          </a:solidFill>
                        </a:rPr>
                        <a:t>  </a:t>
                      </a:r>
                      <a:r>
                        <a:rPr lang="en" sz="1200">
                          <a:solidFill>
                            <a:schemeClr val="accent2"/>
                          </a:solidFill>
                          <a:latin typeface="Assistant"/>
                          <a:ea typeface="Assistant"/>
                          <a:cs typeface="Assistant"/>
                          <a:sym typeface="Assistant"/>
                        </a:rPr>
                        <a:t>Mn</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26</a:t>
                      </a:r>
                      <a:r>
                        <a:rPr lang="en" sz="1200">
                          <a:solidFill>
                            <a:schemeClr val="accent2"/>
                          </a:solidFill>
                        </a:rPr>
                        <a:t>  </a:t>
                      </a:r>
                      <a:r>
                        <a:rPr lang="en" sz="1200">
                          <a:solidFill>
                            <a:schemeClr val="accent2"/>
                          </a:solidFill>
                          <a:latin typeface="Assistant"/>
                          <a:ea typeface="Assistant"/>
                          <a:cs typeface="Assistant"/>
                          <a:sym typeface="Assistant"/>
                        </a:rPr>
                        <a:t>Fe</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27</a:t>
                      </a:r>
                      <a:r>
                        <a:rPr lang="en" sz="1200">
                          <a:solidFill>
                            <a:schemeClr val="accent2"/>
                          </a:solidFill>
                        </a:rPr>
                        <a:t>  </a:t>
                      </a:r>
                      <a:r>
                        <a:rPr lang="en" sz="1200">
                          <a:solidFill>
                            <a:schemeClr val="accent2"/>
                          </a:solidFill>
                          <a:latin typeface="Assistant"/>
                          <a:ea typeface="Assistant"/>
                          <a:cs typeface="Assistant"/>
                          <a:sym typeface="Assistant"/>
                        </a:rPr>
                        <a:t>Co</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28</a:t>
                      </a:r>
                      <a:r>
                        <a:rPr lang="en" sz="1200">
                          <a:solidFill>
                            <a:schemeClr val="accent2"/>
                          </a:solidFill>
                        </a:rPr>
                        <a:t>  </a:t>
                      </a:r>
                      <a:r>
                        <a:rPr lang="en" sz="1200">
                          <a:solidFill>
                            <a:schemeClr val="accent2"/>
                          </a:solidFill>
                          <a:latin typeface="Assistant"/>
                          <a:ea typeface="Assistant"/>
                          <a:cs typeface="Assistant"/>
                          <a:sym typeface="Assistant"/>
                        </a:rPr>
                        <a:t>Ni</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29</a:t>
                      </a:r>
                      <a:r>
                        <a:rPr lang="en" sz="1200">
                          <a:solidFill>
                            <a:schemeClr val="accent2"/>
                          </a:solidFill>
                        </a:rPr>
                        <a:t>  </a:t>
                      </a:r>
                      <a:r>
                        <a:rPr lang="en" sz="1200">
                          <a:solidFill>
                            <a:schemeClr val="accent2"/>
                          </a:solidFill>
                          <a:latin typeface="Assistant"/>
                          <a:ea typeface="Assistant"/>
                          <a:cs typeface="Assistant"/>
                          <a:sym typeface="Assistant"/>
                        </a:rPr>
                        <a:t>Cu</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30</a:t>
                      </a:r>
                      <a:r>
                        <a:rPr lang="en" sz="1200">
                          <a:solidFill>
                            <a:schemeClr val="accent2"/>
                          </a:solidFill>
                        </a:rPr>
                        <a:t>  </a:t>
                      </a:r>
                      <a:r>
                        <a:rPr lang="en" sz="1200">
                          <a:solidFill>
                            <a:schemeClr val="accent2"/>
                          </a:solidFill>
                          <a:latin typeface="Assistant"/>
                          <a:ea typeface="Assistant"/>
                          <a:cs typeface="Assistant"/>
                          <a:sym typeface="Assistant"/>
                        </a:rPr>
                        <a:t>Zn</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31</a:t>
                      </a:r>
                      <a:r>
                        <a:rPr lang="en" sz="1200"/>
                        <a:t>  </a:t>
                      </a:r>
                      <a:r>
                        <a:rPr lang="en" sz="1200">
                          <a:solidFill>
                            <a:schemeClr val="dk1"/>
                          </a:solidFill>
                          <a:latin typeface="Assistant"/>
                          <a:ea typeface="Assistant"/>
                          <a:cs typeface="Assistant"/>
                          <a:sym typeface="Assistant"/>
                        </a:rPr>
                        <a:t>Ga</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32</a:t>
                      </a:r>
                      <a:r>
                        <a:rPr lang="en" sz="1200"/>
                        <a:t>  </a:t>
                      </a:r>
                      <a:r>
                        <a:rPr lang="en" sz="1200">
                          <a:solidFill>
                            <a:schemeClr val="dk1"/>
                          </a:solidFill>
                          <a:latin typeface="Assistant"/>
                          <a:ea typeface="Assistant"/>
                          <a:cs typeface="Assistant"/>
                          <a:sym typeface="Assistant"/>
                        </a:rPr>
                        <a:t>Ge</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33</a:t>
                      </a:r>
                      <a:r>
                        <a:rPr lang="en" sz="1200"/>
                        <a:t>  </a:t>
                      </a:r>
                      <a:r>
                        <a:rPr lang="en" sz="1200">
                          <a:solidFill>
                            <a:schemeClr val="dk1"/>
                          </a:solidFill>
                          <a:latin typeface="Assistant"/>
                          <a:ea typeface="Assistant"/>
                          <a:cs typeface="Assistant"/>
                          <a:sym typeface="Assistant"/>
                        </a:rPr>
                        <a:t>As</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34</a:t>
                      </a:r>
                      <a:r>
                        <a:rPr lang="en" sz="1200"/>
                        <a:t>  </a:t>
                      </a:r>
                      <a:r>
                        <a:rPr lang="en" sz="1200">
                          <a:solidFill>
                            <a:schemeClr val="dk1"/>
                          </a:solidFill>
                          <a:latin typeface="Assistant"/>
                          <a:ea typeface="Assistant"/>
                          <a:cs typeface="Assistant"/>
                          <a:sym typeface="Assistant"/>
                        </a:rPr>
                        <a:t>Se</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35</a:t>
                      </a:r>
                      <a:r>
                        <a:rPr lang="en" sz="1200"/>
                        <a:t>   </a:t>
                      </a:r>
                      <a:r>
                        <a:rPr lang="en" sz="1200">
                          <a:solidFill>
                            <a:schemeClr val="dk1"/>
                          </a:solidFill>
                          <a:latin typeface="Assistant"/>
                          <a:ea typeface="Assistant"/>
                          <a:cs typeface="Assistant"/>
                          <a:sym typeface="Assistant"/>
                        </a:rPr>
                        <a:t>Br</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36</a:t>
                      </a:r>
                      <a:r>
                        <a:rPr lang="en" sz="1200"/>
                        <a:t>  </a:t>
                      </a:r>
                      <a:r>
                        <a:rPr lang="en" sz="1200">
                          <a:solidFill>
                            <a:schemeClr val="dk1"/>
                          </a:solidFill>
                          <a:latin typeface="Assistant"/>
                          <a:ea typeface="Assistant"/>
                          <a:cs typeface="Assistant"/>
                          <a:sym typeface="Assistant"/>
                        </a:rPr>
                        <a:t>Kr</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extLst>
                  <a:ext uri="{0D108BD9-81ED-4DB2-BD59-A6C34878D82A}">
                    <a16:rowId xmlns:a16="http://schemas.microsoft.com/office/drawing/2014/main" val="10003"/>
                  </a:ext>
                </a:extLst>
              </a:tr>
              <a:tr h="378525">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37</a:t>
                      </a:r>
                      <a:r>
                        <a:rPr lang="en" sz="1200"/>
                        <a:t>  </a:t>
                      </a:r>
                      <a:r>
                        <a:rPr lang="en" sz="1200">
                          <a:solidFill>
                            <a:schemeClr val="dk1"/>
                          </a:solidFill>
                          <a:latin typeface="Assistant"/>
                          <a:ea typeface="Assistant"/>
                          <a:cs typeface="Assistant"/>
                          <a:sym typeface="Assistant"/>
                        </a:rPr>
                        <a:t>Rb</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38</a:t>
                      </a:r>
                      <a:r>
                        <a:rPr lang="en" sz="1200"/>
                        <a:t>  </a:t>
                      </a:r>
                      <a:r>
                        <a:rPr lang="en" sz="1200">
                          <a:solidFill>
                            <a:schemeClr val="dk1"/>
                          </a:solidFill>
                          <a:latin typeface="Assistant"/>
                          <a:ea typeface="Assistant"/>
                          <a:cs typeface="Assistant"/>
                          <a:sym typeface="Assistant"/>
                        </a:rPr>
                        <a:t>Sr</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39</a:t>
                      </a:r>
                      <a:r>
                        <a:rPr lang="en" sz="1200">
                          <a:solidFill>
                            <a:schemeClr val="accent2"/>
                          </a:solidFill>
                        </a:rPr>
                        <a:t>    </a:t>
                      </a:r>
                      <a:r>
                        <a:rPr lang="en" sz="1200">
                          <a:solidFill>
                            <a:schemeClr val="accent2"/>
                          </a:solidFill>
                          <a:latin typeface="Assistant"/>
                          <a:ea typeface="Assistant"/>
                          <a:cs typeface="Assistant"/>
                          <a:sym typeface="Assistant"/>
                        </a:rPr>
                        <a:t>Y</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40</a:t>
                      </a:r>
                      <a:r>
                        <a:rPr lang="en" sz="1200">
                          <a:solidFill>
                            <a:schemeClr val="accent2"/>
                          </a:solidFill>
                        </a:rPr>
                        <a:t>  </a:t>
                      </a:r>
                      <a:r>
                        <a:rPr lang="en" sz="1200">
                          <a:solidFill>
                            <a:schemeClr val="accent2"/>
                          </a:solidFill>
                          <a:latin typeface="Assistant"/>
                          <a:ea typeface="Assistant"/>
                          <a:cs typeface="Assistant"/>
                          <a:sym typeface="Assistant"/>
                        </a:rPr>
                        <a:t>Zr</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41</a:t>
                      </a:r>
                      <a:r>
                        <a:rPr lang="en" sz="1200">
                          <a:solidFill>
                            <a:schemeClr val="accent2"/>
                          </a:solidFill>
                        </a:rPr>
                        <a:t>  </a:t>
                      </a:r>
                      <a:r>
                        <a:rPr lang="en" sz="1200">
                          <a:solidFill>
                            <a:schemeClr val="accent2"/>
                          </a:solidFill>
                          <a:latin typeface="Assistant"/>
                          <a:ea typeface="Assistant"/>
                          <a:cs typeface="Assistant"/>
                          <a:sym typeface="Assistant"/>
                        </a:rPr>
                        <a:t>Nb</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42</a:t>
                      </a:r>
                      <a:r>
                        <a:rPr lang="en" sz="1200">
                          <a:solidFill>
                            <a:schemeClr val="accent2"/>
                          </a:solidFill>
                        </a:rPr>
                        <a:t> </a:t>
                      </a:r>
                      <a:r>
                        <a:rPr lang="en" sz="1200">
                          <a:solidFill>
                            <a:schemeClr val="accent2"/>
                          </a:solidFill>
                          <a:latin typeface="Assistant"/>
                          <a:ea typeface="Assistant"/>
                          <a:cs typeface="Assistant"/>
                          <a:sym typeface="Assistant"/>
                        </a:rPr>
                        <a:t>Mo</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43</a:t>
                      </a:r>
                      <a:r>
                        <a:rPr lang="en" sz="1200">
                          <a:solidFill>
                            <a:schemeClr val="accent2"/>
                          </a:solidFill>
                        </a:rPr>
                        <a:t>  </a:t>
                      </a:r>
                      <a:r>
                        <a:rPr lang="en" sz="1200">
                          <a:solidFill>
                            <a:schemeClr val="accent2"/>
                          </a:solidFill>
                          <a:latin typeface="Assistant"/>
                          <a:ea typeface="Assistant"/>
                          <a:cs typeface="Assistant"/>
                          <a:sym typeface="Assistant"/>
                        </a:rPr>
                        <a:t>Tc</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44</a:t>
                      </a:r>
                      <a:r>
                        <a:rPr lang="en" sz="1200">
                          <a:solidFill>
                            <a:schemeClr val="accent2"/>
                          </a:solidFill>
                        </a:rPr>
                        <a:t> </a:t>
                      </a:r>
                      <a:r>
                        <a:rPr lang="en" sz="1200">
                          <a:solidFill>
                            <a:schemeClr val="accent2"/>
                          </a:solidFill>
                          <a:latin typeface="Assistant"/>
                          <a:ea typeface="Assistant"/>
                          <a:cs typeface="Assistant"/>
                          <a:sym typeface="Assistant"/>
                        </a:rPr>
                        <a:t>Ru</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45</a:t>
                      </a:r>
                      <a:r>
                        <a:rPr lang="en" sz="1200">
                          <a:solidFill>
                            <a:schemeClr val="accent2"/>
                          </a:solidFill>
                        </a:rPr>
                        <a:t>  </a:t>
                      </a:r>
                      <a:r>
                        <a:rPr lang="en" sz="1200">
                          <a:solidFill>
                            <a:schemeClr val="accent2"/>
                          </a:solidFill>
                          <a:latin typeface="Assistant"/>
                          <a:ea typeface="Assistant"/>
                          <a:cs typeface="Assistant"/>
                          <a:sym typeface="Assistant"/>
                        </a:rPr>
                        <a:t>Rh</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46</a:t>
                      </a:r>
                      <a:r>
                        <a:rPr lang="en" sz="1200">
                          <a:solidFill>
                            <a:schemeClr val="accent2"/>
                          </a:solidFill>
                        </a:rPr>
                        <a:t> </a:t>
                      </a:r>
                      <a:r>
                        <a:rPr lang="en" sz="1200">
                          <a:solidFill>
                            <a:schemeClr val="accent2"/>
                          </a:solidFill>
                          <a:latin typeface="Assistant"/>
                          <a:ea typeface="Assistant"/>
                          <a:cs typeface="Assistant"/>
                          <a:sym typeface="Assistant"/>
                        </a:rPr>
                        <a:t>Pd</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47</a:t>
                      </a:r>
                      <a:r>
                        <a:rPr lang="en" sz="1200">
                          <a:solidFill>
                            <a:schemeClr val="accent2"/>
                          </a:solidFill>
                        </a:rPr>
                        <a:t>  </a:t>
                      </a:r>
                      <a:r>
                        <a:rPr lang="en" sz="1200">
                          <a:solidFill>
                            <a:schemeClr val="accent2"/>
                          </a:solidFill>
                          <a:latin typeface="Assistant"/>
                          <a:ea typeface="Assistant"/>
                          <a:cs typeface="Assistant"/>
                          <a:sym typeface="Assistant"/>
                        </a:rPr>
                        <a:t>Ag</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48</a:t>
                      </a:r>
                      <a:r>
                        <a:rPr lang="en" sz="1200">
                          <a:solidFill>
                            <a:schemeClr val="accent2"/>
                          </a:solidFill>
                        </a:rPr>
                        <a:t> </a:t>
                      </a:r>
                      <a:r>
                        <a:rPr lang="en" sz="1200">
                          <a:solidFill>
                            <a:schemeClr val="accent2"/>
                          </a:solidFill>
                          <a:latin typeface="Assistant"/>
                          <a:ea typeface="Assistant"/>
                          <a:cs typeface="Assistant"/>
                          <a:sym typeface="Assistant"/>
                        </a:rPr>
                        <a:t>Cd</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49</a:t>
                      </a:r>
                      <a:r>
                        <a:rPr lang="en" sz="1200"/>
                        <a:t>  </a:t>
                      </a:r>
                      <a:r>
                        <a:rPr lang="en" sz="1200">
                          <a:solidFill>
                            <a:schemeClr val="dk1"/>
                          </a:solidFill>
                          <a:latin typeface="Assistant"/>
                          <a:ea typeface="Assistant"/>
                          <a:cs typeface="Assistant"/>
                          <a:sym typeface="Assistant"/>
                        </a:rPr>
                        <a:t>In</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50</a:t>
                      </a:r>
                      <a:r>
                        <a:rPr lang="en" sz="1200"/>
                        <a:t>  </a:t>
                      </a:r>
                      <a:r>
                        <a:rPr lang="en" sz="1200">
                          <a:solidFill>
                            <a:schemeClr val="dk1"/>
                          </a:solidFill>
                          <a:latin typeface="Assistant"/>
                          <a:ea typeface="Assistant"/>
                          <a:cs typeface="Assistant"/>
                          <a:sym typeface="Assistant"/>
                        </a:rPr>
                        <a:t>Sn</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51</a:t>
                      </a:r>
                      <a:r>
                        <a:rPr lang="en" sz="1200"/>
                        <a:t>  </a:t>
                      </a:r>
                      <a:r>
                        <a:rPr lang="en" sz="1200">
                          <a:solidFill>
                            <a:schemeClr val="dk1"/>
                          </a:solidFill>
                          <a:latin typeface="Assistant"/>
                          <a:ea typeface="Assistant"/>
                          <a:cs typeface="Assistant"/>
                          <a:sym typeface="Assistant"/>
                        </a:rPr>
                        <a:t>Sb</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52</a:t>
                      </a:r>
                      <a:r>
                        <a:rPr lang="en" sz="1200"/>
                        <a:t>  </a:t>
                      </a:r>
                      <a:r>
                        <a:rPr lang="en" sz="1200">
                          <a:solidFill>
                            <a:schemeClr val="dk1"/>
                          </a:solidFill>
                          <a:latin typeface="Assistant"/>
                          <a:ea typeface="Assistant"/>
                          <a:cs typeface="Assistant"/>
                          <a:sym typeface="Assistant"/>
                        </a:rPr>
                        <a:t>Te</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53 </a:t>
                      </a:r>
                      <a:r>
                        <a:rPr lang="en" sz="1200"/>
                        <a:t>    </a:t>
                      </a:r>
                      <a:r>
                        <a:rPr lang="en" sz="1200">
                          <a:solidFill>
                            <a:schemeClr val="dk1"/>
                          </a:solidFill>
                          <a:latin typeface="Assistant"/>
                          <a:ea typeface="Assistant"/>
                          <a:cs typeface="Assistant"/>
                          <a:sym typeface="Assistant"/>
                        </a:rPr>
                        <a:t>I</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54</a:t>
                      </a:r>
                      <a:r>
                        <a:rPr lang="en" sz="1200"/>
                        <a:t>  </a:t>
                      </a:r>
                      <a:r>
                        <a:rPr lang="en" sz="1200">
                          <a:solidFill>
                            <a:schemeClr val="dk1"/>
                          </a:solidFill>
                          <a:latin typeface="Assistant"/>
                          <a:ea typeface="Assistant"/>
                          <a:cs typeface="Assistant"/>
                          <a:sym typeface="Assistant"/>
                        </a:rPr>
                        <a:t>Xe</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extLst>
                  <a:ext uri="{0D108BD9-81ED-4DB2-BD59-A6C34878D82A}">
                    <a16:rowId xmlns:a16="http://schemas.microsoft.com/office/drawing/2014/main" val="10004"/>
                  </a:ext>
                </a:extLst>
              </a:tr>
              <a:tr h="378525">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55</a:t>
                      </a:r>
                      <a:r>
                        <a:rPr lang="en" sz="1200"/>
                        <a:t>  </a:t>
                      </a:r>
                      <a:r>
                        <a:rPr lang="en" sz="1200">
                          <a:solidFill>
                            <a:schemeClr val="dk1"/>
                          </a:solidFill>
                          <a:latin typeface="Assistant"/>
                          <a:ea typeface="Assistant"/>
                          <a:cs typeface="Assistant"/>
                          <a:sym typeface="Assistant"/>
                        </a:rPr>
                        <a:t>Cs</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56</a:t>
                      </a:r>
                      <a:r>
                        <a:rPr lang="en" sz="1200"/>
                        <a:t>  </a:t>
                      </a:r>
                      <a:r>
                        <a:rPr lang="en" sz="1200">
                          <a:solidFill>
                            <a:schemeClr val="dk1"/>
                          </a:solidFill>
                          <a:latin typeface="Assistant"/>
                          <a:ea typeface="Assistant"/>
                          <a:cs typeface="Assistant"/>
                          <a:sym typeface="Assistant"/>
                        </a:rPr>
                        <a:t>Ba</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71</a:t>
                      </a:r>
                      <a:r>
                        <a:rPr lang="en" sz="1200">
                          <a:solidFill>
                            <a:schemeClr val="accent2"/>
                          </a:solidFill>
                        </a:rPr>
                        <a:t>   </a:t>
                      </a:r>
                      <a:r>
                        <a:rPr lang="en" sz="1200">
                          <a:solidFill>
                            <a:schemeClr val="accent2"/>
                          </a:solidFill>
                          <a:latin typeface="Assistant"/>
                          <a:ea typeface="Assistant"/>
                          <a:cs typeface="Assistant"/>
                          <a:sym typeface="Assistant"/>
                        </a:rPr>
                        <a:t>Lu</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72</a:t>
                      </a:r>
                      <a:r>
                        <a:rPr lang="en" sz="1200">
                          <a:solidFill>
                            <a:schemeClr val="accent2"/>
                          </a:solidFill>
                        </a:rPr>
                        <a:t>   </a:t>
                      </a:r>
                      <a:r>
                        <a:rPr lang="en" sz="1200">
                          <a:solidFill>
                            <a:schemeClr val="accent2"/>
                          </a:solidFill>
                          <a:latin typeface="Assistant"/>
                          <a:ea typeface="Assistant"/>
                          <a:cs typeface="Assistant"/>
                          <a:sym typeface="Assistant"/>
                        </a:rPr>
                        <a:t>Hf</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73</a:t>
                      </a:r>
                      <a:r>
                        <a:rPr lang="en" sz="1200">
                          <a:solidFill>
                            <a:schemeClr val="accent2"/>
                          </a:solidFill>
                        </a:rPr>
                        <a:t>  </a:t>
                      </a:r>
                      <a:r>
                        <a:rPr lang="en" sz="1200">
                          <a:solidFill>
                            <a:schemeClr val="accent2"/>
                          </a:solidFill>
                          <a:latin typeface="Assistant"/>
                          <a:ea typeface="Assistant"/>
                          <a:cs typeface="Assistant"/>
                          <a:sym typeface="Assistant"/>
                        </a:rPr>
                        <a:t>Ta</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74</a:t>
                      </a:r>
                      <a:r>
                        <a:rPr lang="en" sz="1200">
                          <a:solidFill>
                            <a:schemeClr val="accent2"/>
                          </a:solidFill>
                        </a:rPr>
                        <a:t>   </a:t>
                      </a:r>
                      <a:r>
                        <a:rPr lang="en" sz="1200">
                          <a:solidFill>
                            <a:schemeClr val="accent2"/>
                          </a:solidFill>
                          <a:latin typeface="Assistant"/>
                          <a:ea typeface="Assistant"/>
                          <a:cs typeface="Assistant"/>
                          <a:sym typeface="Assistant"/>
                        </a:rPr>
                        <a:t>W</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75</a:t>
                      </a:r>
                      <a:r>
                        <a:rPr lang="en" sz="1200">
                          <a:solidFill>
                            <a:schemeClr val="accent2"/>
                          </a:solidFill>
                        </a:rPr>
                        <a:t>  </a:t>
                      </a:r>
                      <a:r>
                        <a:rPr lang="en" sz="1200">
                          <a:solidFill>
                            <a:schemeClr val="accent2"/>
                          </a:solidFill>
                          <a:latin typeface="Assistant"/>
                          <a:ea typeface="Assistant"/>
                          <a:cs typeface="Assistant"/>
                          <a:sym typeface="Assistant"/>
                        </a:rPr>
                        <a:t>Re</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76 </a:t>
                      </a:r>
                      <a:r>
                        <a:rPr lang="en" sz="1200">
                          <a:solidFill>
                            <a:schemeClr val="accent2"/>
                          </a:solidFill>
                        </a:rPr>
                        <a:t> </a:t>
                      </a:r>
                      <a:r>
                        <a:rPr lang="en" sz="1200">
                          <a:solidFill>
                            <a:schemeClr val="accent2"/>
                          </a:solidFill>
                          <a:latin typeface="Assistant"/>
                          <a:ea typeface="Assistant"/>
                          <a:cs typeface="Assistant"/>
                          <a:sym typeface="Assistant"/>
                        </a:rPr>
                        <a:t>Os</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77 </a:t>
                      </a:r>
                      <a:r>
                        <a:rPr lang="en" sz="1200">
                          <a:solidFill>
                            <a:schemeClr val="accent2"/>
                          </a:solidFill>
                        </a:rPr>
                        <a:t>   </a:t>
                      </a:r>
                      <a:r>
                        <a:rPr lang="en" sz="1200">
                          <a:solidFill>
                            <a:schemeClr val="accent2"/>
                          </a:solidFill>
                          <a:latin typeface="Assistant"/>
                          <a:ea typeface="Assistant"/>
                          <a:cs typeface="Assistant"/>
                          <a:sym typeface="Assistant"/>
                        </a:rPr>
                        <a:t>Ir</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78 </a:t>
                      </a:r>
                      <a:r>
                        <a:rPr lang="en" sz="1200">
                          <a:solidFill>
                            <a:schemeClr val="accent2"/>
                          </a:solidFill>
                        </a:rPr>
                        <a:t>  </a:t>
                      </a:r>
                      <a:r>
                        <a:rPr lang="en" sz="1200">
                          <a:solidFill>
                            <a:schemeClr val="accent2"/>
                          </a:solidFill>
                          <a:latin typeface="Assistant"/>
                          <a:ea typeface="Assistant"/>
                          <a:cs typeface="Assistant"/>
                          <a:sym typeface="Assistant"/>
                        </a:rPr>
                        <a:t>Pt</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79</a:t>
                      </a:r>
                      <a:r>
                        <a:rPr lang="en" sz="1200">
                          <a:solidFill>
                            <a:schemeClr val="accent2"/>
                          </a:solidFill>
                        </a:rPr>
                        <a:t>  </a:t>
                      </a:r>
                      <a:r>
                        <a:rPr lang="en" sz="1200">
                          <a:solidFill>
                            <a:schemeClr val="accent2"/>
                          </a:solidFill>
                          <a:latin typeface="Assistant"/>
                          <a:ea typeface="Assistant"/>
                          <a:cs typeface="Assistant"/>
                          <a:sym typeface="Assistant"/>
                        </a:rPr>
                        <a:t>Au</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80</a:t>
                      </a:r>
                      <a:r>
                        <a:rPr lang="en" sz="1200">
                          <a:solidFill>
                            <a:schemeClr val="accent2"/>
                          </a:solidFill>
                        </a:rPr>
                        <a:t> </a:t>
                      </a:r>
                      <a:r>
                        <a:rPr lang="en" sz="1200">
                          <a:solidFill>
                            <a:schemeClr val="accent2"/>
                          </a:solidFill>
                          <a:latin typeface="Assistant"/>
                          <a:ea typeface="Assistant"/>
                          <a:cs typeface="Assistant"/>
                          <a:sym typeface="Assistant"/>
                        </a:rPr>
                        <a:t>Hg</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81</a:t>
                      </a:r>
                      <a:r>
                        <a:rPr lang="en" sz="1200"/>
                        <a:t>   </a:t>
                      </a:r>
                      <a:r>
                        <a:rPr lang="en" sz="1200">
                          <a:solidFill>
                            <a:schemeClr val="dk1"/>
                          </a:solidFill>
                          <a:latin typeface="Assistant"/>
                          <a:ea typeface="Assistant"/>
                          <a:cs typeface="Assistant"/>
                          <a:sym typeface="Assistant"/>
                        </a:rPr>
                        <a:t>Ti</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82</a:t>
                      </a:r>
                      <a:r>
                        <a:rPr lang="en" sz="1200"/>
                        <a:t>  </a:t>
                      </a:r>
                      <a:r>
                        <a:rPr lang="en" sz="1200">
                          <a:solidFill>
                            <a:schemeClr val="dk1"/>
                          </a:solidFill>
                          <a:latin typeface="Assistant"/>
                          <a:ea typeface="Assistant"/>
                          <a:cs typeface="Assistant"/>
                          <a:sym typeface="Assistant"/>
                        </a:rPr>
                        <a:t>Pb</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83</a:t>
                      </a:r>
                      <a:r>
                        <a:rPr lang="en" sz="1200"/>
                        <a:t>  </a:t>
                      </a:r>
                      <a:r>
                        <a:rPr lang="en" sz="1200">
                          <a:solidFill>
                            <a:schemeClr val="dk1"/>
                          </a:solidFill>
                          <a:latin typeface="Assistant"/>
                          <a:ea typeface="Assistant"/>
                          <a:cs typeface="Assistant"/>
                          <a:sym typeface="Assistant"/>
                        </a:rPr>
                        <a:t>Bi</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84</a:t>
                      </a:r>
                      <a:r>
                        <a:rPr lang="en" sz="1200"/>
                        <a:t> </a:t>
                      </a:r>
                      <a:r>
                        <a:rPr lang="en" sz="1200">
                          <a:solidFill>
                            <a:schemeClr val="dk1"/>
                          </a:solidFill>
                          <a:latin typeface="Assistant"/>
                          <a:ea typeface="Assistant"/>
                          <a:cs typeface="Assistant"/>
                          <a:sym typeface="Assistant"/>
                        </a:rPr>
                        <a:t>Po</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85</a:t>
                      </a:r>
                      <a:r>
                        <a:rPr lang="en" sz="1200"/>
                        <a:t>  </a:t>
                      </a:r>
                      <a:r>
                        <a:rPr lang="en" sz="1200">
                          <a:solidFill>
                            <a:schemeClr val="dk1"/>
                          </a:solidFill>
                          <a:latin typeface="Assistant"/>
                          <a:ea typeface="Assistant"/>
                          <a:cs typeface="Assistant"/>
                          <a:sym typeface="Assistant"/>
                        </a:rPr>
                        <a:t>At</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86</a:t>
                      </a:r>
                      <a:r>
                        <a:rPr lang="en" sz="1200"/>
                        <a:t> </a:t>
                      </a:r>
                      <a:r>
                        <a:rPr lang="en" sz="1200">
                          <a:solidFill>
                            <a:schemeClr val="dk1"/>
                          </a:solidFill>
                          <a:latin typeface="Assistant"/>
                          <a:ea typeface="Assistant"/>
                          <a:cs typeface="Assistant"/>
                          <a:sym typeface="Assistant"/>
                        </a:rPr>
                        <a:t>Rn</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extLst>
                  <a:ext uri="{0D108BD9-81ED-4DB2-BD59-A6C34878D82A}">
                    <a16:rowId xmlns:a16="http://schemas.microsoft.com/office/drawing/2014/main" val="10005"/>
                  </a:ext>
                </a:extLst>
              </a:tr>
              <a:tr h="378525">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87</a:t>
                      </a:r>
                      <a:r>
                        <a:rPr lang="en" sz="1200"/>
                        <a:t>   </a:t>
                      </a:r>
                      <a:r>
                        <a:rPr lang="en" sz="1200">
                          <a:solidFill>
                            <a:schemeClr val="dk1"/>
                          </a:solidFill>
                          <a:latin typeface="Assistant"/>
                          <a:ea typeface="Assistant"/>
                          <a:cs typeface="Assistant"/>
                          <a:sym typeface="Assistant"/>
                        </a:rPr>
                        <a:t>Fr</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88 </a:t>
                      </a:r>
                      <a:r>
                        <a:rPr lang="en" sz="1200">
                          <a:solidFill>
                            <a:schemeClr val="dk1"/>
                          </a:solidFill>
                          <a:latin typeface="Assistant"/>
                          <a:ea typeface="Assistant"/>
                          <a:cs typeface="Assistant"/>
                          <a:sym typeface="Assistant"/>
                        </a:rPr>
                        <a:t>Ra</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103</a:t>
                      </a:r>
                      <a:r>
                        <a:rPr lang="en" sz="1200">
                          <a:solidFill>
                            <a:schemeClr val="accent2"/>
                          </a:solidFill>
                        </a:rPr>
                        <a:t> </a:t>
                      </a:r>
                      <a:r>
                        <a:rPr lang="en" sz="1200">
                          <a:solidFill>
                            <a:schemeClr val="accent2"/>
                          </a:solidFill>
                          <a:latin typeface="Assistant"/>
                          <a:ea typeface="Assistant"/>
                          <a:cs typeface="Assistant"/>
                          <a:sym typeface="Assistant"/>
                        </a:rPr>
                        <a:t>Lr</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104</a:t>
                      </a:r>
                      <a:r>
                        <a:rPr lang="en" sz="1200">
                          <a:solidFill>
                            <a:schemeClr val="accent2"/>
                          </a:solidFill>
                        </a:rPr>
                        <a:t> </a:t>
                      </a:r>
                      <a:r>
                        <a:rPr lang="en" sz="1200">
                          <a:solidFill>
                            <a:schemeClr val="accent2"/>
                          </a:solidFill>
                          <a:latin typeface="Assistant"/>
                          <a:ea typeface="Assistant"/>
                          <a:cs typeface="Assistant"/>
                          <a:sym typeface="Assistant"/>
                        </a:rPr>
                        <a:t>Rf</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105</a:t>
                      </a:r>
                      <a:r>
                        <a:rPr lang="en" sz="1200">
                          <a:solidFill>
                            <a:schemeClr val="accent2"/>
                          </a:solidFill>
                        </a:rPr>
                        <a:t> </a:t>
                      </a:r>
                      <a:r>
                        <a:rPr lang="en" sz="1200">
                          <a:solidFill>
                            <a:schemeClr val="accent2"/>
                          </a:solidFill>
                          <a:latin typeface="Assistant"/>
                          <a:ea typeface="Assistant"/>
                          <a:cs typeface="Assistant"/>
                          <a:sym typeface="Assistant"/>
                        </a:rPr>
                        <a:t>Db</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106</a:t>
                      </a:r>
                      <a:r>
                        <a:rPr lang="en" sz="1200">
                          <a:solidFill>
                            <a:schemeClr val="accent2"/>
                          </a:solidFill>
                        </a:rPr>
                        <a:t> </a:t>
                      </a:r>
                      <a:r>
                        <a:rPr lang="en" sz="1200">
                          <a:solidFill>
                            <a:schemeClr val="accent2"/>
                          </a:solidFill>
                          <a:latin typeface="Assistant"/>
                          <a:ea typeface="Assistant"/>
                          <a:cs typeface="Assistant"/>
                          <a:sym typeface="Assistant"/>
                        </a:rPr>
                        <a:t>Sg</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107</a:t>
                      </a:r>
                      <a:r>
                        <a:rPr lang="en" sz="1200">
                          <a:solidFill>
                            <a:schemeClr val="accent2"/>
                          </a:solidFill>
                        </a:rPr>
                        <a:t> </a:t>
                      </a:r>
                      <a:r>
                        <a:rPr lang="en" sz="1200">
                          <a:solidFill>
                            <a:schemeClr val="accent2"/>
                          </a:solidFill>
                          <a:latin typeface="Assistant"/>
                          <a:ea typeface="Assistant"/>
                          <a:cs typeface="Assistant"/>
                          <a:sym typeface="Assistant"/>
                        </a:rPr>
                        <a:t>Bh</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108</a:t>
                      </a:r>
                      <a:r>
                        <a:rPr lang="en" sz="1200">
                          <a:solidFill>
                            <a:schemeClr val="accent2"/>
                          </a:solidFill>
                        </a:rPr>
                        <a:t> </a:t>
                      </a:r>
                      <a:r>
                        <a:rPr lang="en" sz="1200">
                          <a:solidFill>
                            <a:schemeClr val="accent2"/>
                          </a:solidFill>
                          <a:latin typeface="Assistant"/>
                          <a:ea typeface="Assistant"/>
                          <a:cs typeface="Assistant"/>
                          <a:sym typeface="Assistant"/>
                        </a:rPr>
                        <a:t>Hs</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109</a:t>
                      </a:r>
                      <a:r>
                        <a:rPr lang="en" sz="1200">
                          <a:solidFill>
                            <a:schemeClr val="accent2"/>
                          </a:solidFill>
                        </a:rPr>
                        <a:t> </a:t>
                      </a:r>
                      <a:r>
                        <a:rPr lang="en" sz="1200">
                          <a:solidFill>
                            <a:schemeClr val="accent2"/>
                          </a:solidFill>
                          <a:latin typeface="Assistant"/>
                          <a:ea typeface="Assistant"/>
                          <a:cs typeface="Assistant"/>
                          <a:sym typeface="Assistant"/>
                        </a:rPr>
                        <a:t>Mt</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110</a:t>
                      </a:r>
                      <a:r>
                        <a:rPr lang="en" sz="1200">
                          <a:solidFill>
                            <a:schemeClr val="accent2"/>
                          </a:solidFill>
                        </a:rPr>
                        <a:t> </a:t>
                      </a:r>
                      <a:r>
                        <a:rPr lang="en" sz="1200">
                          <a:solidFill>
                            <a:schemeClr val="accent2"/>
                          </a:solidFill>
                          <a:latin typeface="Assistant"/>
                          <a:ea typeface="Assistant"/>
                          <a:cs typeface="Assistant"/>
                          <a:sym typeface="Assistant"/>
                        </a:rPr>
                        <a:t>Ds</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111</a:t>
                      </a:r>
                      <a:r>
                        <a:rPr lang="en" sz="1200">
                          <a:solidFill>
                            <a:schemeClr val="accent2"/>
                          </a:solidFill>
                        </a:rPr>
                        <a:t> </a:t>
                      </a:r>
                      <a:r>
                        <a:rPr lang="en" sz="1200">
                          <a:solidFill>
                            <a:schemeClr val="accent2"/>
                          </a:solidFill>
                          <a:latin typeface="Assistant"/>
                          <a:ea typeface="Assistant"/>
                          <a:cs typeface="Assistant"/>
                          <a:sym typeface="Assistant"/>
                        </a:rPr>
                        <a:t>Rg</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112</a:t>
                      </a:r>
                      <a:r>
                        <a:rPr lang="en" sz="1200">
                          <a:solidFill>
                            <a:schemeClr val="accent2"/>
                          </a:solidFill>
                        </a:rPr>
                        <a:t> </a:t>
                      </a:r>
                      <a:r>
                        <a:rPr lang="en" sz="1200">
                          <a:solidFill>
                            <a:schemeClr val="accent2"/>
                          </a:solidFill>
                          <a:latin typeface="Assistant"/>
                          <a:ea typeface="Assistant"/>
                          <a:cs typeface="Assistant"/>
                          <a:sym typeface="Assistant"/>
                        </a:rPr>
                        <a:t>Cn</a:t>
                      </a:r>
                      <a:endParaRPr>
                        <a:solidFill>
                          <a:schemeClr val="accent2"/>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113</a:t>
                      </a:r>
                      <a:r>
                        <a:rPr lang="en" sz="1200"/>
                        <a:t> </a:t>
                      </a:r>
                      <a:r>
                        <a:rPr lang="en" sz="1200">
                          <a:solidFill>
                            <a:schemeClr val="dk1"/>
                          </a:solidFill>
                          <a:latin typeface="Assistant"/>
                          <a:ea typeface="Assistant"/>
                          <a:cs typeface="Assistant"/>
                          <a:sym typeface="Assistant"/>
                        </a:rPr>
                        <a:t>Nh</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114</a:t>
                      </a:r>
                      <a:r>
                        <a:rPr lang="en" sz="1200"/>
                        <a:t>  </a:t>
                      </a:r>
                      <a:r>
                        <a:rPr lang="en" sz="1200">
                          <a:solidFill>
                            <a:schemeClr val="dk1"/>
                          </a:solidFill>
                          <a:latin typeface="Assistant"/>
                          <a:ea typeface="Assistant"/>
                          <a:cs typeface="Assistant"/>
                          <a:sym typeface="Assistant"/>
                        </a:rPr>
                        <a:t>Fi</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115</a:t>
                      </a:r>
                      <a:r>
                        <a:rPr lang="en" sz="1200"/>
                        <a:t> </a:t>
                      </a:r>
                      <a:r>
                        <a:rPr lang="en" sz="1200">
                          <a:solidFill>
                            <a:schemeClr val="dk1"/>
                          </a:solidFill>
                          <a:latin typeface="Assistant"/>
                          <a:ea typeface="Assistant"/>
                          <a:cs typeface="Assistant"/>
                          <a:sym typeface="Assistant"/>
                        </a:rPr>
                        <a:t>Mc</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116</a:t>
                      </a:r>
                      <a:r>
                        <a:rPr lang="en" sz="1200"/>
                        <a:t> </a:t>
                      </a:r>
                      <a:r>
                        <a:rPr lang="en" sz="1200">
                          <a:solidFill>
                            <a:schemeClr val="dk1"/>
                          </a:solidFill>
                          <a:latin typeface="Assistant"/>
                          <a:ea typeface="Assistant"/>
                          <a:cs typeface="Assistant"/>
                          <a:sym typeface="Assistant"/>
                        </a:rPr>
                        <a:t>Lv</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117</a:t>
                      </a:r>
                      <a:r>
                        <a:rPr lang="en" sz="1200"/>
                        <a:t>  </a:t>
                      </a:r>
                      <a:r>
                        <a:rPr lang="en" sz="1200">
                          <a:solidFill>
                            <a:schemeClr val="dk1"/>
                          </a:solidFill>
                          <a:latin typeface="Assistant"/>
                          <a:ea typeface="Assistant"/>
                          <a:cs typeface="Assistant"/>
                          <a:sym typeface="Assistant"/>
                        </a:rPr>
                        <a:t>Ts</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accent2"/>
                          </a:solidFill>
                          <a:latin typeface="Encode Sans Black"/>
                          <a:ea typeface="Encode Sans Black"/>
                          <a:cs typeface="Encode Sans Black"/>
                          <a:sym typeface="Encode Sans Black"/>
                        </a:rPr>
                        <a:t>118</a:t>
                      </a:r>
                      <a:r>
                        <a:rPr lang="en" sz="1200"/>
                        <a:t> </a:t>
                      </a:r>
                      <a:r>
                        <a:rPr lang="en" sz="1200">
                          <a:solidFill>
                            <a:schemeClr val="dk1"/>
                          </a:solidFill>
                          <a:latin typeface="Assistant"/>
                          <a:ea typeface="Assistant"/>
                          <a:cs typeface="Assistant"/>
                          <a:sym typeface="Assistant"/>
                        </a:rPr>
                        <a:t>Og</a:t>
                      </a:r>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extLst>
                  <a:ext uri="{0D108BD9-81ED-4DB2-BD59-A6C34878D82A}">
                    <a16:rowId xmlns:a16="http://schemas.microsoft.com/office/drawing/2014/main" val="10006"/>
                  </a:ext>
                </a:extLst>
              </a:tr>
            </a:tbl>
          </a:graphicData>
        </a:graphic>
      </p:graphicFrame>
      <p:graphicFrame>
        <p:nvGraphicFramePr>
          <p:cNvPr id="1980" name="Google Shape;1980;p49"/>
          <p:cNvGraphicFramePr/>
          <p:nvPr/>
        </p:nvGraphicFramePr>
        <p:xfrm>
          <a:off x="1756800" y="3848975"/>
          <a:ext cx="5630450" cy="762000"/>
        </p:xfrm>
        <a:graphic>
          <a:graphicData uri="http://schemas.openxmlformats.org/drawingml/2006/table">
            <a:tbl>
              <a:tblPr>
                <a:noFill/>
                <a:tableStyleId>{65C54C97-7D00-4DD5-9B58-6E18B0187CAF}</a:tableStyleId>
              </a:tblPr>
              <a:tblGrid>
                <a:gridCol w="402175">
                  <a:extLst>
                    <a:ext uri="{9D8B030D-6E8A-4147-A177-3AD203B41FA5}">
                      <a16:colId xmlns:a16="http://schemas.microsoft.com/office/drawing/2014/main" val="20000"/>
                    </a:ext>
                  </a:extLst>
                </a:gridCol>
                <a:gridCol w="402175">
                  <a:extLst>
                    <a:ext uri="{9D8B030D-6E8A-4147-A177-3AD203B41FA5}">
                      <a16:colId xmlns:a16="http://schemas.microsoft.com/office/drawing/2014/main" val="20001"/>
                    </a:ext>
                  </a:extLst>
                </a:gridCol>
                <a:gridCol w="402175">
                  <a:extLst>
                    <a:ext uri="{9D8B030D-6E8A-4147-A177-3AD203B41FA5}">
                      <a16:colId xmlns:a16="http://schemas.microsoft.com/office/drawing/2014/main" val="20002"/>
                    </a:ext>
                  </a:extLst>
                </a:gridCol>
                <a:gridCol w="402175">
                  <a:extLst>
                    <a:ext uri="{9D8B030D-6E8A-4147-A177-3AD203B41FA5}">
                      <a16:colId xmlns:a16="http://schemas.microsoft.com/office/drawing/2014/main" val="20003"/>
                    </a:ext>
                  </a:extLst>
                </a:gridCol>
                <a:gridCol w="402175">
                  <a:extLst>
                    <a:ext uri="{9D8B030D-6E8A-4147-A177-3AD203B41FA5}">
                      <a16:colId xmlns:a16="http://schemas.microsoft.com/office/drawing/2014/main" val="20004"/>
                    </a:ext>
                  </a:extLst>
                </a:gridCol>
                <a:gridCol w="402175">
                  <a:extLst>
                    <a:ext uri="{9D8B030D-6E8A-4147-A177-3AD203B41FA5}">
                      <a16:colId xmlns:a16="http://schemas.microsoft.com/office/drawing/2014/main" val="20005"/>
                    </a:ext>
                  </a:extLst>
                </a:gridCol>
                <a:gridCol w="402175">
                  <a:extLst>
                    <a:ext uri="{9D8B030D-6E8A-4147-A177-3AD203B41FA5}">
                      <a16:colId xmlns:a16="http://schemas.microsoft.com/office/drawing/2014/main" val="20006"/>
                    </a:ext>
                  </a:extLst>
                </a:gridCol>
                <a:gridCol w="402175">
                  <a:extLst>
                    <a:ext uri="{9D8B030D-6E8A-4147-A177-3AD203B41FA5}">
                      <a16:colId xmlns:a16="http://schemas.microsoft.com/office/drawing/2014/main" val="20007"/>
                    </a:ext>
                  </a:extLst>
                </a:gridCol>
                <a:gridCol w="402175">
                  <a:extLst>
                    <a:ext uri="{9D8B030D-6E8A-4147-A177-3AD203B41FA5}">
                      <a16:colId xmlns:a16="http://schemas.microsoft.com/office/drawing/2014/main" val="20008"/>
                    </a:ext>
                  </a:extLst>
                </a:gridCol>
                <a:gridCol w="402175">
                  <a:extLst>
                    <a:ext uri="{9D8B030D-6E8A-4147-A177-3AD203B41FA5}">
                      <a16:colId xmlns:a16="http://schemas.microsoft.com/office/drawing/2014/main" val="20009"/>
                    </a:ext>
                  </a:extLst>
                </a:gridCol>
                <a:gridCol w="402175">
                  <a:extLst>
                    <a:ext uri="{9D8B030D-6E8A-4147-A177-3AD203B41FA5}">
                      <a16:colId xmlns:a16="http://schemas.microsoft.com/office/drawing/2014/main" val="20010"/>
                    </a:ext>
                  </a:extLst>
                </a:gridCol>
                <a:gridCol w="402175">
                  <a:extLst>
                    <a:ext uri="{9D8B030D-6E8A-4147-A177-3AD203B41FA5}">
                      <a16:colId xmlns:a16="http://schemas.microsoft.com/office/drawing/2014/main" val="20011"/>
                    </a:ext>
                  </a:extLst>
                </a:gridCol>
                <a:gridCol w="402175">
                  <a:extLst>
                    <a:ext uri="{9D8B030D-6E8A-4147-A177-3AD203B41FA5}">
                      <a16:colId xmlns:a16="http://schemas.microsoft.com/office/drawing/2014/main" val="20012"/>
                    </a:ext>
                  </a:extLst>
                </a:gridCol>
                <a:gridCol w="402175">
                  <a:extLst>
                    <a:ext uri="{9D8B030D-6E8A-4147-A177-3AD203B41FA5}">
                      <a16:colId xmlns:a16="http://schemas.microsoft.com/office/drawing/2014/main" val="20013"/>
                    </a:ext>
                  </a:extLst>
                </a:gridCol>
              </a:tblGrid>
              <a:tr h="381000">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57</a:t>
                      </a:r>
                      <a:r>
                        <a:rPr lang="en" sz="1200">
                          <a:solidFill>
                            <a:schemeClr val="dk1"/>
                          </a:solidFill>
                        </a:rPr>
                        <a:t>  </a:t>
                      </a:r>
                      <a:r>
                        <a:rPr lang="en" sz="1200">
                          <a:solidFill>
                            <a:schemeClr val="dk1"/>
                          </a:solidFill>
                          <a:latin typeface="Assistant"/>
                          <a:ea typeface="Assistant"/>
                          <a:cs typeface="Assistant"/>
                          <a:sym typeface="Assistant"/>
                        </a:rPr>
                        <a:t>La</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58</a:t>
                      </a:r>
                      <a:r>
                        <a:rPr lang="en" sz="1200">
                          <a:solidFill>
                            <a:schemeClr val="dk1"/>
                          </a:solidFill>
                        </a:rPr>
                        <a:t>  </a:t>
                      </a:r>
                      <a:r>
                        <a:rPr lang="en" sz="1200">
                          <a:solidFill>
                            <a:schemeClr val="dk1"/>
                          </a:solidFill>
                          <a:latin typeface="Assistant"/>
                          <a:ea typeface="Assistant"/>
                          <a:cs typeface="Assistant"/>
                          <a:sym typeface="Assistant"/>
                        </a:rPr>
                        <a:t>Ce</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59</a:t>
                      </a:r>
                      <a:r>
                        <a:rPr lang="en" sz="1200">
                          <a:solidFill>
                            <a:schemeClr val="dk1"/>
                          </a:solidFill>
                        </a:rPr>
                        <a:t>  </a:t>
                      </a:r>
                      <a:r>
                        <a:rPr lang="en" sz="1200">
                          <a:solidFill>
                            <a:schemeClr val="dk1"/>
                          </a:solidFill>
                          <a:latin typeface="Assistant"/>
                          <a:ea typeface="Assistant"/>
                          <a:cs typeface="Assistant"/>
                          <a:sym typeface="Assistant"/>
                        </a:rPr>
                        <a:t>Pr</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60</a:t>
                      </a:r>
                      <a:r>
                        <a:rPr lang="en" sz="1200">
                          <a:solidFill>
                            <a:schemeClr val="dk1"/>
                          </a:solidFill>
                        </a:rPr>
                        <a:t> </a:t>
                      </a:r>
                      <a:r>
                        <a:rPr lang="en" sz="1200">
                          <a:solidFill>
                            <a:schemeClr val="dk1"/>
                          </a:solidFill>
                          <a:latin typeface="Assistant"/>
                          <a:ea typeface="Assistant"/>
                          <a:cs typeface="Assistant"/>
                          <a:sym typeface="Assistant"/>
                        </a:rPr>
                        <a:t>Nd</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61</a:t>
                      </a:r>
                      <a:r>
                        <a:rPr lang="en" sz="1200">
                          <a:solidFill>
                            <a:schemeClr val="dk1"/>
                          </a:solidFill>
                        </a:rPr>
                        <a:t>  </a:t>
                      </a:r>
                      <a:r>
                        <a:rPr lang="en" sz="1200">
                          <a:solidFill>
                            <a:schemeClr val="dk1"/>
                          </a:solidFill>
                          <a:latin typeface="Assistant"/>
                          <a:ea typeface="Assistant"/>
                          <a:cs typeface="Assistant"/>
                          <a:sym typeface="Assistant"/>
                        </a:rPr>
                        <a:t>Pm</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62</a:t>
                      </a:r>
                      <a:r>
                        <a:rPr lang="en" sz="1200">
                          <a:solidFill>
                            <a:schemeClr val="dk1"/>
                          </a:solidFill>
                        </a:rPr>
                        <a:t> </a:t>
                      </a:r>
                      <a:r>
                        <a:rPr lang="en" sz="1200">
                          <a:solidFill>
                            <a:schemeClr val="dk1"/>
                          </a:solidFill>
                          <a:latin typeface="Assistant"/>
                          <a:ea typeface="Assistant"/>
                          <a:cs typeface="Assistant"/>
                          <a:sym typeface="Assistant"/>
                        </a:rPr>
                        <a:t>Sm</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63</a:t>
                      </a:r>
                      <a:r>
                        <a:rPr lang="en" sz="1200">
                          <a:solidFill>
                            <a:schemeClr val="dk1"/>
                          </a:solidFill>
                        </a:rPr>
                        <a:t>  </a:t>
                      </a:r>
                      <a:r>
                        <a:rPr lang="en" sz="1200">
                          <a:solidFill>
                            <a:schemeClr val="dk1"/>
                          </a:solidFill>
                          <a:latin typeface="Assistant"/>
                          <a:ea typeface="Assistant"/>
                          <a:cs typeface="Assistant"/>
                          <a:sym typeface="Assistant"/>
                        </a:rPr>
                        <a:t>Eu</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64</a:t>
                      </a:r>
                      <a:r>
                        <a:rPr lang="en" sz="1200">
                          <a:solidFill>
                            <a:schemeClr val="dk1"/>
                          </a:solidFill>
                        </a:rPr>
                        <a:t> </a:t>
                      </a:r>
                      <a:r>
                        <a:rPr lang="en" sz="1200">
                          <a:solidFill>
                            <a:schemeClr val="dk1"/>
                          </a:solidFill>
                          <a:latin typeface="Assistant"/>
                          <a:ea typeface="Assistant"/>
                          <a:cs typeface="Assistant"/>
                          <a:sym typeface="Assistant"/>
                        </a:rPr>
                        <a:t>Gd</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65</a:t>
                      </a:r>
                      <a:r>
                        <a:rPr lang="en" sz="1200">
                          <a:solidFill>
                            <a:schemeClr val="dk1"/>
                          </a:solidFill>
                        </a:rPr>
                        <a:t>  </a:t>
                      </a:r>
                      <a:r>
                        <a:rPr lang="en" sz="1200">
                          <a:solidFill>
                            <a:schemeClr val="dk1"/>
                          </a:solidFill>
                          <a:latin typeface="Assistant"/>
                          <a:ea typeface="Assistant"/>
                          <a:cs typeface="Assistant"/>
                          <a:sym typeface="Assistant"/>
                        </a:rPr>
                        <a:t>Tb</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66</a:t>
                      </a:r>
                      <a:r>
                        <a:rPr lang="en" sz="1200">
                          <a:solidFill>
                            <a:schemeClr val="dk1"/>
                          </a:solidFill>
                        </a:rPr>
                        <a:t> </a:t>
                      </a:r>
                      <a:r>
                        <a:rPr lang="en" sz="1200">
                          <a:solidFill>
                            <a:schemeClr val="dk1"/>
                          </a:solidFill>
                          <a:latin typeface="Assistant"/>
                          <a:ea typeface="Assistant"/>
                          <a:cs typeface="Assistant"/>
                          <a:sym typeface="Assistant"/>
                        </a:rPr>
                        <a:t>Dy</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67 </a:t>
                      </a:r>
                      <a:r>
                        <a:rPr lang="en" sz="1200">
                          <a:solidFill>
                            <a:schemeClr val="dk1"/>
                          </a:solidFill>
                        </a:rPr>
                        <a:t> </a:t>
                      </a:r>
                      <a:r>
                        <a:rPr lang="en" sz="1200">
                          <a:solidFill>
                            <a:schemeClr val="dk1"/>
                          </a:solidFill>
                          <a:latin typeface="Assistant"/>
                          <a:ea typeface="Assistant"/>
                          <a:cs typeface="Assistant"/>
                          <a:sym typeface="Assistant"/>
                        </a:rPr>
                        <a:t>Ho</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68</a:t>
                      </a:r>
                      <a:r>
                        <a:rPr lang="en" sz="1200">
                          <a:solidFill>
                            <a:schemeClr val="dk1"/>
                          </a:solidFill>
                        </a:rPr>
                        <a:t>  </a:t>
                      </a:r>
                      <a:r>
                        <a:rPr lang="en" sz="1200">
                          <a:solidFill>
                            <a:schemeClr val="dk1"/>
                          </a:solidFill>
                          <a:latin typeface="Assistant"/>
                          <a:ea typeface="Assistant"/>
                          <a:cs typeface="Assistant"/>
                          <a:sym typeface="Assistant"/>
                        </a:rPr>
                        <a:t>Er</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69</a:t>
                      </a:r>
                      <a:r>
                        <a:rPr lang="en" sz="1200">
                          <a:solidFill>
                            <a:schemeClr val="dk1"/>
                          </a:solidFill>
                        </a:rPr>
                        <a:t> </a:t>
                      </a:r>
                      <a:r>
                        <a:rPr lang="en" sz="1200">
                          <a:solidFill>
                            <a:schemeClr val="dk1"/>
                          </a:solidFill>
                          <a:latin typeface="Assistant"/>
                          <a:ea typeface="Assistant"/>
                          <a:cs typeface="Assistant"/>
                          <a:sym typeface="Assistant"/>
                        </a:rPr>
                        <a:t>Tm</a:t>
                      </a:r>
                      <a:endParaRPr sz="1200">
                        <a:solidFill>
                          <a:schemeClr val="dk1"/>
                        </a:solidFill>
                        <a:latin typeface="Encode Sans Black"/>
                        <a:ea typeface="Encode Sans Black"/>
                        <a:cs typeface="Encode Sans Black"/>
                        <a:sym typeface="Encode Sans Black"/>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70</a:t>
                      </a:r>
                      <a:r>
                        <a:rPr lang="en" sz="1200">
                          <a:solidFill>
                            <a:schemeClr val="dk1"/>
                          </a:solidFill>
                        </a:rPr>
                        <a:t>  </a:t>
                      </a:r>
                      <a:r>
                        <a:rPr lang="en" sz="1200">
                          <a:solidFill>
                            <a:schemeClr val="dk1"/>
                          </a:solidFill>
                          <a:latin typeface="Assistant"/>
                          <a:ea typeface="Assistant"/>
                          <a:cs typeface="Assistant"/>
                          <a:sym typeface="Assistant"/>
                        </a:rPr>
                        <a:t>Yb</a:t>
                      </a:r>
                      <a:endParaRPr sz="1200">
                        <a:solidFill>
                          <a:schemeClr val="dk1"/>
                        </a:solidFill>
                        <a:latin typeface="Encode Sans Black"/>
                        <a:ea typeface="Encode Sans Black"/>
                        <a:cs typeface="Encode Sans Black"/>
                        <a:sym typeface="Encode Sans Black"/>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89</a:t>
                      </a:r>
                      <a:r>
                        <a:rPr lang="en" sz="1200">
                          <a:solidFill>
                            <a:schemeClr val="dk1"/>
                          </a:solidFill>
                        </a:rPr>
                        <a:t>  </a:t>
                      </a:r>
                      <a:r>
                        <a:rPr lang="en" sz="1200">
                          <a:solidFill>
                            <a:schemeClr val="dk1"/>
                          </a:solidFill>
                          <a:latin typeface="Assistant"/>
                          <a:ea typeface="Assistant"/>
                          <a:cs typeface="Assistant"/>
                          <a:sym typeface="Assistant"/>
                        </a:rPr>
                        <a:t>Ac</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90</a:t>
                      </a:r>
                      <a:r>
                        <a:rPr lang="en" sz="1200">
                          <a:solidFill>
                            <a:schemeClr val="dk1"/>
                          </a:solidFill>
                        </a:rPr>
                        <a:t> </a:t>
                      </a:r>
                      <a:r>
                        <a:rPr lang="en" sz="1200">
                          <a:solidFill>
                            <a:schemeClr val="dk1"/>
                          </a:solidFill>
                          <a:latin typeface="Assistant"/>
                          <a:ea typeface="Assistant"/>
                          <a:cs typeface="Assistant"/>
                          <a:sym typeface="Assistant"/>
                        </a:rPr>
                        <a:t>Th</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91</a:t>
                      </a:r>
                      <a:r>
                        <a:rPr lang="en" sz="1200">
                          <a:solidFill>
                            <a:schemeClr val="dk1"/>
                          </a:solidFill>
                        </a:rPr>
                        <a:t>  </a:t>
                      </a:r>
                      <a:r>
                        <a:rPr lang="en" sz="1200">
                          <a:solidFill>
                            <a:schemeClr val="dk1"/>
                          </a:solidFill>
                          <a:latin typeface="Assistant"/>
                          <a:ea typeface="Assistant"/>
                          <a:cs typeface="Assistant"/>
                          <a:sym typeface="Assistant"/>
                        </a:rPr>
                        <a:t>Pa</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92</a:t>
                      </a:r>
                      <a:r>
                        <a:rPr lang="en" sz="1200">
                          <a:solidFill>
                            <a:schemeClr val="dk1"/>
                          </a:solidFill>
                        </a:rPr>
                        <a:t>   </a:t>
                      </a:r>
                      <a:r>
                        <a:rPr lang="en" sz="1200">
                          <a:solidFill>
                            <a:schemeClr val="dk1"/>
                          </a:solidFill>
                          <a:latin typeface="Assistant"/>
                          <a:ea typeface="Assistant"/>
                          <a:cs typeface="Assistant"/>
                          <a:sym typeface="Assistant"/>
                        </a:rPr>
                        <a:t>U</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93</a:t>
                      </a:r>
                      <a:r>
                        <a:rPr lang="en" sz="1200">
                          <a:solidFill>
                            <a:schemeClr val="dk1"/>
                          </a:solidFill>
                        </a:rPr>
                        <a:t>  </a:t>
                      </a:r>
                      <a:r>
                        <a:rPr lang="en" sz="1200">
                          <a:solidFill>
                            <a:schemeClr val="dk1"/>
                          </a:solidFill>
                          <a:latin typeface="Assistant"/>
                          <a:ea typeface="Assistant"/>
                          <a:cs typeface="Assistant"/>
                          <a:sym typeface="Assistant"/>
                        </a:rPr>
                        <a:t>Np</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94</a:t>
                      </a:r>
                      <a:r>
                        <a:rPr lang="en" sz="1200">
                          <a:solidFill>
                            <a:schemeClr val="dk1"/>
                          </a:solidFill>
                        </a:rPr>
                        <a:t> </a:t>
                      </a:r>
                      <a:r>
                        <a:rPr lang="en" sz="1200">
                          <a:solidFill>
                            <a:schemeClr val="dk1"/>
                          </a:solidFill>
                          <a:latin typeface="Assistant"/>
                          <a:ea typeface="Assistant"/>
                          <a:cs typeface="Assistant"/>
                          <a:sym typeface="Assistant"/>
                        </a:rPr>
                        <a:t>Pu</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95</a:t>
                      </a:r>
                      <a:r>
                        <a:rPr lang="en" sz="1200">
                          <a:solidFill>
                            <a:schemeClr val="dk1"/>
                          </a:solidFill>
                        </a:rPr>
                        <a:t> </a:t>
                      </a:r>
                      <a:r>
                        <a:rPr lang="en" sz="1200">
                          <a:solidFill>
                            <a:schemeClr val="dk1"/>
                          </a:solidFill>
                          <a:latin typeface="Assistant"/>
                          <a:ea typeface="Assistant"/>
                          <a:cs typeface="Assistant"/>
                          <a:sym typeface="Assistant"/>
                        </a:rPr>
                        <a:t>Am</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96</a:t>
                      </a:r>
                      <a:r>
                        <a:rPr lang="en" sz="1200">
                          <a:solidFill>
                            <a:schemeClr val="dk1"/>
                          </a:solidFill>
                        </a:rPr>
                        <a:t> </a:t>
                      </a:r>
                      <a:r>
                        <a:rPr lang="en" sz="1200">
                          <a:solidFill>
                            <a:schemeClr val="dk1"/>
                          </a:solidFill>
                          <a:latin typeface="Assistant"/>
                          <a:ea typeface="Assistant"/>
                          <a:cs typeface="Assistant"/>
                          <a:sym typeface="Assistant"/>
                        </a:rPr>
                        <a:t>Cm</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97</a:t>
                      </a:r>
                      <a:r>
                        <a:rPr lang="en" sz="1200">
                          <a:solidFill>
                            <a:schemeClr val="dk1"/>
                          </a:solidFill>
                        </a:rPr>
                        <a:t>  </a:t>
                      </a:r>
                      <a:r>
                        <a:rPr lang="en" sz="1200">
                          <a:solidFill>
                            <a:schemeClr val="dk1"/>
                          </a:solidFill>
                          <a:latin typeface="Assistant"/>
                          <a:ea typeface="Assistant"/>
                          <a:cs typeface="Assistant"/>
                          <a:sym typeface="Assistant"/>
                        </a:rPr>
                        <a:t>Bk</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98</a:t>
                      </a:r>
                      <a:r>
                        <a:rPr lang="en" sz="1200">
                          <a:solidFill>
                            <a:schemeClr val="dk1"/>
                          </a:solidFill>
                        </a:rPr>
                        <a:t>  </a:t>
                      </a:r>
                      <a:r>
                        <a:rPr lang="en" sz="1200">
                          <a:solidFill>
                            <a:schemeClr val="dk1"/>
                          </a:solidFill>
                          <a:latin typeface="Assistant"/>
                          <a:ea typeface="Assistant"/>
                          <a:cs typeface="Assistant"/>
                          <a:sym typeface="Assistant"/>
                        </a:rPr>
                        <a:t>Cf</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99</a:t>
                      </a:r>
                      <a:r>
                        <a:rPr lang="en" sz="1200">
                          <a:solidFill>
                            <a:schemeClr val="dk1"/>
                          </a:solidFill>
                        </a:rPr>
                        <a:t>  </a:t>
                      </a:r>
                      <a:r>
                        <a:rPr lang="en" sz="1200">
                          <a:solidFill>
                            <a:schemeClr val="dk1"/>
                          </a:solidFill>
                          <a:latin typeface="Assistant"/>
                          <a:ea typeface="Assistant"/>
                          <a:cs typeface="Assistant"/>
                          <a:sym typeface="Assistant"/>
                        </a:rPr>
                        <a:t>Es</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100</a:t>
                      </a:r>
                      <a:r>
                        <a:rPr lang="en" sz="1200">
                          <a:solidFill>
                            <a:schemeClr val="dk1"/>
                          </a:solidFill>
                        </a:rPr>
                        <a:t> </a:t>
                      </a:r>
                      <a:r>
                        <a:rPr lang="en" sz="1200">
                          <a:solidFill>
                            <a:schemeClr val="dk1"/>
                          </a:solidFill>
                          <a:latin typeface="Assistant"/>
                          <a:ea typeface="Assistant"/>
                          <a:cs typeface="Assistant"/>
                          <a:sym typeface="Assistant"/>
                        </a:rPr>
                        <a:t>Fm</a:t>
                      </a:r>
                      <a:endParaRPr>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101</a:t>
                      </a:r>
                      <a:r>
                        <a:rPr lang="en" sz="1200">
                          <a:solidFill>
                            <a:schemeClr val="dk1"/>
                          </a:solidFill>
                        </a:rPr>
                        <a:t> </a:t>
                      </a:r>
                      <a:r>
                        <a:rPr lang="en" sz="1200">
                          <a:solidFill>
                            <a:schemeClr val="dk1"/>
                          </a:solidFill>
                          <a:latin typeface="Assistant"/>
                          <a:ea typeface="Assistant"/>
                          <a:cs typeface="Assistant"/>
                          <a:sym typeface="Assistant"/>
                        </a:rPr>
                        <a:t>Md</a:t>
                      </a:r>
                      <a:endParaRPr sz="1200">
                        <a:solidFill>
                          <a:schemeClr val="dk1"/>
                        </a:solidFill>
                        <a:latin typeface="Encode Sans Black"/>
                        <a:ea typeface="Encode Sans Black"/>
                        <a:cs typeface="Encode Sans Black"/>
                        <a:sym typeface="Encode Sans Black"/>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Encode Sans Black"/>
                          <a:ea typeface="Encode Sans Black"/>
                          <a:cs typeface="Encode Sans Black"/>
                          <a:sym typeface="Encode Sans Black"/>
                        </a:rPr>
                        <a:t>102</a:t>
                      </a:r>
                      <a:r>
                        <a:rPr lang="en" sz="1200">
                          <a:solidFill>
                            <a:schemeClr val="dk1"/>
                          </a:solidFill>
                        </a:rPr>
                        <a:t> </a:t>
                      </a:r>
                      <a:r>
                        <a:rPr lang="en" sz="1200">
                          <a:solidFill>
                            <a:schemeClr val="dk1"/>
                          </a:solidFill>
                          <a:latin typeface="Assistant"/>
                          <a:ea typeface="Assistant"/>
                          <a:cs typeface="Assistant"/>
                          <a:sym typeface="Assistant"/>
                        </a:rPr>
                        <a:t>No</a:t>
                      </a:r>
                      <a:endParaRPr sz="1200">
                        <a:solidFill>
                          <a:schemeClr val="dk1"/>
                        </a:solidFill>
                        <a:latin typeface="Encode Sans Black"/>
                        <a:ea typeface="Encode Sans Black"/>
                        <a:cs typeface="Encode Sans Black"/>
                        <a:sym typeface="Encode Sans Black"/>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01"/>
                  </a:ext>
                </a:extLst>
              </a:tr>
            </a:tbl>
          </a:graphicData>
        </a:graphic>
      </p:graphicFrame>
      <p:grpSp>
        <p:nvGrpSpPr>
          <p:cNvPr id="1981" name="Google Shape;1981;p49"/>
          <p:cNvGrpSpPr/>
          <p:nvPr/>
        </p:nvGrpSpPr>
        <p:grpSpPr>
          <a:xfrm rot="326">
            <a:off x="7930074" y="3911373"/>
            <a:ext cx="683379" cy="955054"/>
            <a:chOff x="4489875" y="207200"/>
            <a:chExt cx="647875" cy="905350"/>
          </a:xfrm>
        </p:grpSpPr>
        <p:sp>
          <p:nvSpPr>
            <p:cNvPr id="1982" name="Google Shape;1982;p49"/>
            <p:cNvSpPr/>
            <p:nvPr/>
          </p:nvSpPr>
          <p:spPr>
            <a:xfrm>
              <a:off x="4623525" y="212350"/>
              <a:ext cx="369025" cy="625050"/>
            </a:xfrm>
            <a:custGeom>
              <a:avLst/>
              <a:gdLst/>
              <a:ahLst/>
              <a:cxnLst/>
              <a:rect l="l" t="t" r="r" b="b"/>
              <a:pathLst>
                <a:path w="14761" h="25002" extrusionOk="0">
                  <a:moveTo>
                    <a:pt x="4213" y="0"/>
                  </a:moveTo>
                  <a:cubicBezTo>
                    <a:pt x="3893" y="0"/>
                    <a:pt x="3631" y="258"/>
                    <a:pt x="3631" y="582"/>
                  </a:cubicBezTo>
                  <a:cubicBezTo>
                    <a:pt x="3631" y="902"/>
                    <a:pt x="3893" y="1159"/>
                    <a:pt x="4213" y="1159"/>
                  </a:cubicBezTo>
                  <a:lnTo>
                    <a:pt x="4588" y="1159"/>
                  </a:lnTo>
                  <a:lnTo>
                    <a:pt x="4588" y="16928"/>
                  </a:lnTo>
                  <a:lnTo>
                    <a:pt x="0" y="25001"/>
                  </a:lnTo>
                  <a:lnTo>
                    <a:pt x="14761" y="25001"/>
                  </a:lnTo>
                  <a:lnTo>
                    <a:pt x="9576" y="16799"/>
                  </a:lnTo>
                  <a:lnTo>
                    <a:pt x="9576" y="1159"/>
                  </a:lnTo>
                  <a:lnTo>
                    <a:pt x="9952" y="1159"/>
                  </a:lnTo>
                  <a:cubicBezTo>
                    <a:pt x="10272" y="1159"/>
                    <a:pt x="10534" y="902"/>
                    <a:pt x="10534" y="582"/>
                  </a:cubicBezTo>
                  <a:cubicBezTo>
                    <a:pt x="10534" y="258"/>
                    <a:pt x="10272" y="0"/>
                    <a:pt x="99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9"/>
            <p:cNvSpPr/>
            <p:nvPr/>
          </p:nvSpPr>
          <p:spPr>
            <a:xfrm>
              <a:off x="4489875" y="837375"/>
              <a:ext cx="647875" cy="270025"/>
            </a:xfrm>
            <a:custGeom>
              <a:avLst/>
              <a:gdLst/>
              <a:ahLst/>
              <a:cxnLst/>
              <a:rect l="l" t="t" r="r" b="b"/>
              <a:pathLst>
                <a:path w="25915" h="10801" extrusionOk="0">
                  <a:moveTo>
                    <a:pt x="5346" y="0"/>
                  </a:moveTo>
                  <a:lnTo>
                    <a:pt x="636" y="8293"/>
                  </a:lnTo>
                  <a:cubicBezTo>
                    <a:pt x="0" y="9412"/>
                    <a:pt x="804" y="10800"/>
                    <a:pt x="2088" y="10800"/>
                  </a:cubicBezTo>
                  <a:cubicBezTo>
                    <a:pt x="2093" y="10800"/>
                    <a:pt x="2098" y="10800"/>
                    <a:pt x="2103" y="10800"/>
                  </a:cubicBezTo>
                  <a:lnTo>
                    <a:pt x="23804" y="10662"/>
                  </a:lnTo>
                  <a:cubicBezTo>
                    <a:pt x="25121" y="10652"/>
                    <a:pt x="25914" y="9200"/>
                    <a:pt x="25214" y="8088"/>
                  </a:cubicBezTo>
                  <a:lnTo>
                    <a:pt x="201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9"/>
            <p:cNvSpPr/>
            <p:nvPr/>
          </p:nvSpPr>
          <p:spPr>
            <a:xfrm>
              <a:off x="4490200" y="207200"/>
              <a:ext cx="647175" cy="905350"/>
            </a:xfrm>
            <a:custGeom>
              <a:avLst/>
              <a:gdLst/>
              <a:ahLst/>
              <a:cxnLst/>
              <a:rect l="l" t="t" r="r" b="b"/>
              <a:pathLst>
                <a:path w="25887" h="36214" extrusionOk="0">
                  <a:moveTo>
                    <a:pt x="15285" y="412"/>
                  </a:moveTo>
                  <a:cubicBezTo>
                    <a:pt x="15496" y="412"/>
                    <a:pt x="15667" y="583"/>
                    <a:pt x="15667" y="788"/>
                  </a:cubicBezTo>
                  <a:cubicBezTo>
                    <a:pt x="15667" y="994"/>
                    <a:pt x="15496" y="1159"/>
                    <a:pt x="15285" y="1159"/>
                  </a:cubicBezTo>
                  <a:lnTo>
                    <a:pt x="14909" y="1159"/>
                  </a:lnTo>
                  <a:cubicBezTo>
                    <a:pt x="14797" y="1159"/>
                    <a:pt x="14704" y="1251"/>
                    <a:pt x="14704" y="1365"/>
                  </a:cubicBezTo>
                  <a:lnTo>
                    <a:pt x="14704" y="17005"/>
                  </a:lnTo>
                  <a:cubicBezTo>
                    <a:pt x="14704" y="17041"/>
                    <a:pt x="14719" y="17083"/>
                    <a:pt x="14740" y="17114"/>
                  </a:cubicBezTo>
                  <a:lnTo>
                    <a:pt x="25181" y="33650"/>
                  </a:lnTo>
                  <a:cubicBezTo>
                    <a:pt x="25438" y="34056"/>
                    <a:pt x="25454" y="34556"/>
                    <a:pt x="25222" y="34978"/>
                  </a:cubicBezTo>
                  <a:cubicBezTo>
                    <a:pt x="24990" y="35401"/>
                    <a:pt x="24563" y="35658"/>
                    <a:pt x="24079" y="35663"/>
                  </a:cubicBezTo>
                  <a:lnTo>
                    <a:pt x="1812" y="35802"/>
                  </a:lnTo>
                  <a:lnTo>
                    <a:pt x="1807" y="35802"/>
                  </a:lnTo>
                  <a:cubicBezTo>
                    <a:pt x="1334" y="35802"/>
                    <a:pt x="911" y="35560"/>
                    <a:pt x="674" y="35154"/>
                  </a:cubicBezTo>
                  <a:cubicBezTo>
                    <a:pt x="433" y="34747"/>
                    <a:pt x="433" y="34258"/>
                    <a:pt x="664" y="33840"/>
                  </a:cubicBezTo>
                  <a:lnTo>
                    <a:pt x="5514" y="25310"/>
                  </a:lnTo>
                  <a:lnTo>
                    <a:pt x="10095" y="17238"/>
                  </a:lnTo>
                  <a:cubicBezTo>
                    <a:pt x="10116" y="17207"/>
                    <a:pt x="10126" y="17171"/>
                    <a:pt x="10126" y="17134"/>
                  </a:cubicBezTo>
                  <a:lnTo>
                    <a:pt x="10126" y="1365"/>
                  </a:lnTo>
                  <a:cubicBezTo>
                    <a:pt x="10126" y="1251"/>
                    <a:pt x="10034" y="1159"/>
                    <a:pt x="9921" y="1159"/>
                  </a:cubicBezTo>
                  <a:lnTo>
                    <a:pt x="9546" y="1159"/>
                  </a:lnTo>
                  <a:cubicBezTo>
                    <a:pt x="9339" y="1159"/>
                    <a:pt x="9169" y="994"/>
                    <a:pt x="9169" y="788"/>
                  </a:cubicBezTo>
                  <a:cubicBezTo>
                    <a:pt x="9169" y="583"/>
                    <a:pt x="9339" y="412"/>
                    <a:pt x="9546" y="412"/>
                  </a:cubicBezTo>
                  <a:close/>
                  <a:moveTo>
                    <a:pt x="9546" y="1"/>
                  </a:moveTo>
                  <a:cubicBezTo>
                    <a:pt x="9107" y="1"/>
                    <a:pt x="8757" y="356"/>
                    <a:pt x="8757" y="788"/>
                  </a:cubicBezTo>
                  <a:cubicBezTo>
                    <a:pt x="8757" y="1221"/>
                    <a:pt x="9107" y="1571"/>
                    <a:pt x="9546" y="1571"/>
                  </a:cubicBezTo>
                  <a:lnTo>
                    <a:pt x="9715" y="1571"/>
                  </a:lnTo>
                  <a:lnTo>
                    <a:pt x="9715" y="17083"/>
                  </a:lnTo>
                  <a:lnTo>
                    <a:pt x="309" y="33640"/>
                  </a:lnTo>
                  <a:cubicBezTo>
                    <a:pt x="1" y="34180"/>
                    <a:pt x="6" y="34824"/>
                    <a:pt x="319" y="35365"/>
                  </a:cubicBezTo>
                  <a:cubicBezTo>
                    <a:pt x="633" y="35895"/>
                    <a:pt x="1189" y="36214"/>
                    <a:pt x="1807" y="36214"/>
                  </a:cubicBezTo>
                  <a:lnTo>
                    <a:pt x="1817" y="36214"/>
                  </a:lnTo>
                  <a:lnTo>
                    <a:pt x="24079" y="36075"/>
                  </a:lnTo>
                  <a:cubicBezTo>
                    <a:pt x="24717" y="36069"/>
                    <a:pt x="25278" y="35736"/>
                    <a:pt x="25582" y="35173"/>
                  </a:cubicBezTo>
                  <a:cubicBezTo>
                    <a:pt x="25886" y="34617"/>
                    <a:pt x="25865" y="33964"/>
                    <a:pt x="25525" y="33429"/>
                  </a:cubicBezTo>
                  <a:lnTo>
                    <a:pt x="15116" y="16943"/>
                  </a:lnTo>
                  <a:lnTo>
                    <a:pt x="15116" y="1571"/>
                  </a:lnTo>
                  <a:lnTo>
                    <a:pt x="15285" y="1571"/>
                  </a:lnTo>
                  <a:cubicBezTo>
                    <a:pt x="15724" y="1571"/>
                    <a:pt x="16073" y="1221"/>
                    <a:pt x="16073" y="788"/>
                  </a:cubicBezTo>
                  <a:cubicBezTo>
                    <a:pt x="16073" y="356"/>
                    <a:pt x="15724" y="1"/>
                    <a:pt x="152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Key Components </a:t>
            </a:r>
            <a:br>
              <a:rPr lang="en-IN" dirty="0"/>
            </a:br>
            <a:endParaRPr lang="en-IN" dirty="0"/>
          </a:p>
        </p:txBody>
      </p:sp>
      <p:sp>
        <p:nvSpPr>
          <p:cNvPr id="5" name="Text Placeholder 4"/>
          <p:cNvSpPr>
            <a:spLocks noGrp="1"/>
          </p:cNvSpPr>
          <p:nvPr>
            <p:ph type="body" idx="1"/>
          </p:nvPr>
        </p:nvSpPr>
        <p:spPr/>
        <p:txBody>
          <a:bodyPr/>
          <a:lstStyle/>
          <a:p>
            <a:pPr marL="152400" indent="0">
              <a:buNone/>
            </a:pPr>
            <a:r>
              <a:rPr lang="en-US" sz="1000" b="1" dirty="0"/>
              <a:t>Data Compilation:</a:t>
            </a:r>
          </a:p>
          <a:p>
            <a:pPr marL="152400" indent="0">
              <a:buNone/>
            </a:pPr>
            <a:r>
              <a:rPr lang="en-US" sz="1000" dirty="0"/>
              <a:t>Compile and organize essential data for each element, including atomic number, atomic mass, electron configuration, and relevant properties.</a:t>
            </a:r>
          </a:p>
          <a:p>
            <a:pPr marL="152400" indent="0">
              <a:buNone/>
            </a:pPr>
            <a:endParaRPr lang="en-US" sz="1000" dirty="0"/>
          </a:p>
          <a:p>
            <a:pPr marL="152400" indent="0">
              <a:buNone/>
            </a:pPr>
            <a:r>
              <a:rPr lang="en-US" sz="1000" b="1" dirty="0"/>
              <a:t>Visual Representation:</a:t>
            </a:r>
          </a:p>
          <a:p>
            <a:pPr marL="152400" indent="0">
              <a:buNone/>
            </a:pPr>
            <a:r>
              <a:rPr lang="en-US" sz="1000" dirty="0"/>
              <a:t>Create visually appealing representations of the periodic table, incorporating color-coded trends and patterns to facilitate a clearer understanding.</a:t>
            </a:r>
          </a:p>
          <a:p>
            <a:pPr marL="152400" indent="0">
              <a:buNone/>
            </a:pPr>
            <a:endParaRPr lang="en-US" sz="1000" dirty="0"/>
          </a:p>
          <a:p>
            <a:pPr marL="152400" indent="0">
              <a:buNone/>
            </a:pPr>
            <a:r>
              <a:rPr lang="en-US" sz="1000" b="1" dirty="0"/>
              <a:t>Contextual Information:</a:t>
            </a:r>
          </a:p>
          <a:p>
            <a:pPr marL="152400" indent="0">
              <a:buNone/>
            </a:pPr>
            <a:r>
              <a:rPr lang="en-US" sz="1000" dirty="0"/>
              <a:t>Document contextual information for each element, such as chemical reactivity, common compounds, and isotopic variations.</a:t>
            </a:r>
          </a:p>
          <a:p>
            <a:pPr marL="152400" indent="0">
              <a:buNone/>
            </a:pPr>
            <a:endParaRPr lang="en-US" sz="1000" b="1" dirty="0"/>
          </a:p>
          <a:p>
            <a:pPr marL="152400" indent="0">
              <a:buNone/>
            </a:pPr>
            <a:r>
              <a:rPr lang="en-US" sz="1000" b="1" dirty="0"/>
              <a:t>Experimental Insights:</a:t>
            </a:r>
          </a:p>
          <a:p>
            <a:pPr marL="152400" indent="0">
              <a:buNone/>
            </a:pPr>
            <a:r>
              <a:rPr lang="en-US" sz="1000" dirty="0"/>
              <a:t>Record experimental procedures, methodologies, and results related to the behavior of elements in different conditions</a:t>
            </a:r>
            <a:r>
              <a:rPr lang="en-US" sz="1000" b="1" dirty="0"/>
              <a:t>.</a:t>
            </a:r>
          </a:p>
          <a:p>
            <a:pPr marL="152400" indent="0">
              <a:buNone/>
            </a:pPr>
            <a:endParaRPr lang="en-US" sz="1000" b="1" dirty="0"/>
          </a:p>
          <a:p>
            <a:pPr marL="152400" indent="0">
              <a:buNone/>
            </a:pPr>
            <a:r>
              <a:rPr lang="en-US" sz="1000" b="1" dirty="0"/>
              <a:t>Comparative Analysis:</a:t>
            </a:r>
          </a:p>
          <a:p>
            <a:pPr marL="152400" indent="0">
              <a:buNone/>
            </a:pPr>
            <a:r>
              <a:rPr lang="en-US" sz="1000" dirty="0"/>
              <a:t>Conduct a comparative analysis of trends and patterns within the periodic table, exploring the rationale behind its structure and the periodicity of elemental properties.</a:t>
            </a:r>
          </a:p>
          <a:p>
            <a:pPr marL="152400" indent="0">
              <a:buNone/>
            </a:pPr>
            <a:endParaRPr lang="en-US" sz="1000" dirty="0"/>
          </a:p>
          <a:p>
            <a:pPr marL="152400" indent="0">
              <a:buNone/>
            </a:pPr>
            <a:r>
              <a:rPr lang="en-US" sz="1000" b="1" dirty="0"/>
              <a:t>Personal Observations:</a:t>
            </a:r>
          </a:p>
          <a:p>
            <a:pPr marL="152400" indent="0">
              <a:buNone/>
            </a:pPr>
            <a:r>
              <a:rPr lang="en-US" sz="1000" dirty="0"/>
              <a:t>Include personal insights and observations to provide a qualitative dimension to the project, offering a nuanced perspective beyond numerical data.</a:t>
            </a:r>
            <a:endParaRPr lang="en-IN" sz="1400" dirty="0"/>
          </a:p>
        </p:txBody>
      </p:sp>
    </p:spTree>
    <p:extLst>
      <p:ext uri="{BB962C8B-B14F-4D97-AF65-F5344CB8AC3E}">
        <p14:creationId xmlns:p14="http://schemas.microsoft.com/office/powerpoint/2010/main" val="2661415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Potential Application</a:t>
            </a:r>
          </a:p>
        </p:txBody>
      </p:sp>
      <p:sp>
        <p:nvSpPr>
          <p:cNvPr id="3" name="Text Placeholder 2"/>
          <p:cNvSpPr>
            <a:spLocks noGrp="1"/>
          </p:cNvSpPr>
          <p:nvPr>
            <p:ph type="body" idx="1"/>
          </p:nvPr>
        </p:nvSpPr>
        <p:spPr/>
        <p:txBody>
          <a:bodyPr/>
          <a:lstStyle/>
          <a:p>
            <a:r>
              <a:rPr lang="en-US" b="1" dirty="0"/>
              <a:t>Educational Resources:</a:t>
            </a:r>
            <a:endParaRPr lang="en-US" dirty="0"/>
          </a:p>
          <a:p>
            <a:pPr lvl="1"/>
            <a:r>
              <a:rPr lang="en-US" dirty="0"/>
              <a:t>Serve as an educational tool for students studying chemistry, providing a resource for learning and referencing.</a:t>
            </a:r>
          </a:p>
          <a:p>
            <a:r>
              <a:rPr lang="en-US" b="1" dirty="0"/>
              <a:t>Research Foundation:</a:t>
            </a:r>
            <a:endParaRPr lang="en-US" dirty="0"/>
          </a:p>
          <a:p>
            <a:pPr lvl="1"/>
            <a:r>
              <a:rPr lang="en-US" dirty="0"/>
              <a:t>Lay the groundwork for future research endeavors by contributing to the understanding of elemental behavior and patterns.</a:t>
            </a:r>
          </a:p>
          <a:p>
            <a:r>
              <a:rPr lang="en-US" b="1" dirty="0"/>
              <a:t>Collaborative Learning:</a:t>
            </a:r>
            <a:endParaRPr lang="en-US" dirty="0"/>
          </a:p>
          <a:p>
            <a:pPr lvl="1"/>
            <a:r>
              <a:rPr lang="en-US" dirty="0"/>
              <a:t>Facilitate collaborative learning environments by sharing insights and knowledge gained from the project.</a:t>
            </a:r>
          </a:p>
          <a:p>
            <a:pPr marL="152400" indent="0">
              <a:buNone/>
            </a:pPr>
            <a:endParaRPr lang="en-IN" dirty="0"/>
          </a:p>
        </p:txBody>
      </p:sp>
    </p:spTree>
    <p:extLst>
      <p:ext uri="{BB962C8B-B14F-4D97-AF65-F5344CB8AC3E}">
        <p14:creationId xmlns:p14="http://schemas.microsoft.com/office/powerpoint/2010/main" val="545882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Expected Outcomes</a:t>
            </a:r>
          </a:p>
        </p:txBody>
      </p:sp>
      <p:sp>
        <p:nvSpPr>
          <p:cNvPr id="3" name="Text Placeholder 2"/>
          <p:cNvSpPr>
            <a:spLocks noGrp="1"/>
          </p:cNvSpPr>
          <p:nvPr>
            <p:ph type="body" idx="1"/>
          </p:nvPr>
        </p:nvSpPr>
        <p:spPr/>
        <p:txBody>
          <a:bodyPr/>
          <a:lstStyle/>
          <a:p>
            <a:r>
              <a:rPr lang="en-US" sz="1600" b="1" dirty="0"/>
              <a:t>A complete and tidy collection of information about the periodic table.</a:t>
            </a:r>
          </a:p>
          <a:p>
            <a:endParaRPr lang="en-US" sz="1600" b="1" dirty="0"/>
          </a:p>
          <a:p>
            <a:r>
              <a:rPr lang="en-US" sz="1600" b="1" dirty="0"/>
              <a:t>Pictures and diagrams to help see how elements are connected and change.</a:t>
            </a:r>
          </a:p>
          <a:p>
            <a:endParaRPr lang="en-US" sz="1600" b="1" dirty="0"/>
          </a:p>
          <a:p>
            <a:r>
              <a:rPr lang="en-US" sz="1600" b="1" dirty="0"/>
              <a:t> Figuring out how elements act in different chemical reactions.</a:t>
            </a:r>
          </a:p>
          <a:p>
            <a:endParaRPr lang="en-US" sz="1600" b="1" dirty="0"/>
          </a:p>
          <a:p>
            <a:r>
              <a:rPr lang="en-US" sz="1600" b="1" dirty="0"/>
              <a:t>Comparing elements to understand more about their patterns in the periodic table.</a:t>
            </a:r>
            <a:endParaRPr lang="en-IN" dirty="0"/>
          </a:p>
        </p:txBody>
      </p:sp>
    </p:spTree>
    <p:extLst>
      <p:ext uri="{BB962C8B-B14F-4D97-AF65-F5344CB8AC3E}">
        <p14:creationId xmlns:p14="http://schemas.microsoft.com/office/powerpoint/2010/main" val="1053954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3"/>
        <p:cNvGrpSpPr/>
        <p:nvPr/>
      </p:nvGrpSpPr>
      <p:grpSpPr>
        <a:xfrm>
          <a:off x="0" y="0"/>
          <a:ext cx="0" cy="0"/>
          <a:chOff x="0" y="0"/>
          <a:chExt cx="0" cy="0"/>
        </a:xfrm>
      </p:grpSpPr>
      <p:sp>
        <p:nvSpPr>
          <p:cNvPr id="1614" name="Google Shape;1614;p38"/>
          <p:cNvSpPr txBox="1">
            <a:spLocks noGrp="1"/>
          </p:cNvSpPr>
          <p:nvPr>
            <p:ph type="title"/>
          </p:nvPr>
        </p:nvSpPr>
        <p:spPr>
          <a:xfrm>
            <a:off x="4070700" y="3461181"/>
            <a:ext cx="4360200" cy="5319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—William </a:t>
            </a:r>
            <a:r>
              <a:rPr lang="en">
                <a:solidFill>
                  <a:schemeClr val="accent2"/>
                </a:solidFill>
              </a:rPr>
              <a:t>Crookes</a:t>
            </a:r>
            <a:endParaRPr>
              <a:solidFill>
                <a:schemeClr val="accent2"/>
              </a:solidFill>
            </a:endParaRPr>
          </a:p>
        </p:txBody>
      </p:sp>
      <p:sp>
        <p:nvSpPr>
          <p:cNvPr id="1615" name="Google Shape;1615;p38"/>
          <p:cNvSpPr txBox="1">
            <a:spLocks noGrp="1"/>
          </p:cNvSpPr>
          <p:nvPr>
            <p:ph type="subTitle" idx="1"/>
          </p:nvPr>
        </p:nvSpPr>
        <p:spPr>
          <a:xfrm>
            <a:off x="3531350" y="1150419"/>
            <a:ext cx="4899600" cy="2310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“Chemists do not usually stutter. It would be very awkward if they did, seeing that they have at times to get out such words as methylethylamylophenylium.”</a:t>
            </a:r>
            <a:endParaRPr dirty="0"/>
          </a:p>
        </p:txBody>
      </p:sp>
      <p:grpSp>
        <p:nvGrpSpPr>
          <p:cNvPr id="1616" name="Google Shape;1616;p38"/>
          <p:cNvGrpSpPr/>
          <p:nvPr/>
        </p:nvGrpSpPr>
        <p:grpSpPr>
          <a:xfrm flipH="1">
            <a:off x="843994" y="1657941"/>
            <a:ext cx="2687365" cy="2178514"/>
            <a:chOff x="1006125" y="1930938"/>
            <a:chExt cx="1580989" cy="1281629"/>
          </a:xfrm>
        </p:grpSpPr>
        <p:sp>
          <p:nvSpPr>
            <p:cNvPr id="1617" name="Google Shape;1617;p38"/>
            <p:cNvSpPr/>
            <p:nvPr/>
          </p:nvSpPr>
          <p:spPr>
            <a:xfrm>
              <a:off x="1250816" y="2497940"/>
              <a:ext cx="244271" cy="297884"/>
            </a:xfrm>
            <a:custGeom>
              <a:avLst/>
              <a:gdLst/>
              <a:ahLst/>
              <a:cxnLst/>
              <a:rect l="l" t="t" r="r" b="b"/>
              <a:pathLst>
                <a:path w="4620" h="5634" extrusionOk="0">
                  <a:moveTo>
                    <a:pt x="1550" y="0"/>
                  </a:moveTo>
                  <a:lnTo>
                    <a:pt x="1550" y="1154"/>
                  </a:lnTo>
                  <a:cubicBezTo>
                    <a:pt x="1175" y="1278"/>
                    <a:pt x="851" y="1499"/>
                    <a:pt x="593" y="1787"/>
                  </a:cubicBezTo>
                  <a:cubicBezTo>
                    <a:pt x="222" y="2193"/>
                    <a:pt x="1" y="2735"/>
                    <a:pt x="1" y="3326"/>
                  </a:cubicBezTo>
                  <a:cubicBezTo>
                    <a:pt x="1" y="3918"/>
                    <a:pt x="222" y="4460"/>
                    <a:pt x="593" y="4866"/>
                  </a:cubicBezTo>
                  <a:cubicBezTo>
                    <a:pt x="1015" y="5339"/>
                    <a:pt x="1628" y="5633"/>
                    <a:pt x="2308" y="5633"/>
                  </a:cubicBezTo>
                  <a:cubicBezTo>
                    <a:pt x="2992" y="5633"/>
                    <a:pt x="3605" y="5339"/>
                    <a:pt x="4027" y="4866"/>
                  </a:cubicBezTo>
                  <a:cubicBezTo>
                    <a:pt x="4392" y="4460"/>
                    <a:pt x="4620" y="3918"/>
                    <a:pt x="4620" y="3326"/>
                  </a:cubicBezTo>
                  <a:cubicBezTo>
                    <a:pt x="4620" y="2735"/>
                    <a:pt x="4392" y="2193"/>
                    <a:pt x="4027" y="1787"/>
                  </a:cubicBezTo>
                  <a:cubicBezTo>
                    <a:pt x="3744" y="1468"/>
                    <a:pt x="3368" y="1231"/>
                    <a:pt x="2945" y="1112"/>
                  </a:cubicBezTo>
                  <a:lnTo>
                    <a:pt x="294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8"/>
            <p:cNvSpPr/>
            <p:nvPr/>
          </p:nvSpPr>
          <p:spPr>
            <a:xfrm>
              <a:off x="1414983" y="2352330"/>
              <a:ext cx="100986" cy="145664"/>
            </a:xfrm>
            <a:custGeom>
              <a:avLst/>
              <a:gdLst/>
              <a:ahLst/>
              <a:cxnLst/>
              <a:rect l="l" t="t" r="r" b="b"/>
              <a:pathLst>
                <a:path w="1910" h="2755" extrusionOk="0">
                  <a:moveTo>
                    <a:pt x="1910" y="0"/>
                  </a:moveTo>
                  <a:cubicBezTo>
                    <a:pt x="1632" y="197"/>
                    <a:pt x="464" y="1019"/>
                    <a:pt x="6" y="1406"/>
                  </a:cubicBezTo>
                  <a:lnTo>
                    <a:pt x="1" y="1653"/>
                  </a:lnTo>
                  <a:lnTo>
                    <a:pt x="1910" y="2754"/>
                  </a:lnTo>
                  <a:cubicBezTo>
                    <a:pt x="1910" y="2754"/>
                    <a:pt x="1879" y="1231"/>
                    <a:pt x="1910" y="428"/>
                  </a:cubicBezTo>
                  <a:lnTo>
                    <a:pt x="19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8"/>
            <p:cNvSpPr/>
            <p:nvPr/>
          </p:nvSpPr>
          <p:spPr>
            <a:xfrm>
              <a:off x="1323832" y="2385534"/>
              <a:ext cx="91469" cy="91787"/>
            </a:xfrm>
            <a:custGeom>
              <a:avLst/>
              <a:gdLst/>
              <a:ahLst/>
              <a:cxnLst/>
              <a:rect l="l" t="t" r="r" b="b"/>
              <a:pathLst>
                <a:path w="1730" h="1736" extrusionOk="0">
                  <a:moveTo>
                    <a:pt x="867" y="0"/>
                  </a:moveTo>
                  <a:cubicBezTo>
                    <a:pt x="798" y="0"/>
                    <a:pt x="726" y="9"/>
                    <a:pt x="654" y="26"/>
                  </a:cubicBezTo>
                  <a:cubicBezTo>
                    <a:pt x="350" y="99"/>
                    <a:pt x="103" y="346"/>
                    <a:pt x="31" y="644"/>
                  </a:cubicBezTo>
                  <a:cubicBezTo>
                    <a:pt x="10" y="721"/>
                    <a:pt x="0" y="798"/>
                    <a:pt x="0" y="871"/>
                  </a:cubicBezTo>
                  <a:cubicBezTo>
                    <a:pt x="0" y="1349"/>
                    <a:pt x="391" y="1736"/>
                    <a:pt x="865" y="1736"/>
                  </a:cubicBezTo>
                  <a:cubicBezTo>
                    <a:pt x="1293" y="1736"/>
                    <a:pt x="1642" y="1432"/>
                    <a:pt x="1725" y="1025"/>
                  </a:cubicBezTo>
                  <a:lnTo>
                    <a:pt x="1730" y="778"/>
                  </a:lnTo>
                  <a:cubicBezTo>
                    <a:pt x="1685" y="341"/>
                    <a:pt x="1316" y="0"/>
                    <a:pt x="8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8"/>
            <p:cNvSpPr/>
            <p:nvPr/>
          </p:nvSpPr>
          <p:spPr>
            <a:xfrm>
              <a:off x="1212167" y="2348523"/>
              <a:ext cx="111720" cy="162847"/>
            </a:xfrm>
            <a:custGeom>
              <a:avLst/>
              <a:gdLst/>
              <a:ahLst/>
              <a:cxnLst/>
              <a:rect l="l" t="t" r="r" b="b"/>
              <a:pathLst>
                <a:path w="2113" h="3080" extrusionOk="0">
                  <a:moveTo>
                    <a:pt x="0" y="0"/>
                  </a:moveTo>
                  <a:lnTo>
                    <a:pt x="0" y="3080"/>
                  </a:lnTo>
                  <a:lnTo>
                    <a:pt x="2112" y="157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8"/>
            <p:cNvSpPr/>
            <p:nvPr/>
          </p:nvSpPr>
          <p:spPr>
            <a:xfrm>
              <a:off x="1463678" y="2592370"/>
              <a:ext cx="52291" cy="162900"/>
            </a:xfrm>
            <a:custGeom>
              <a:avLst/>
              <a:gdLst/>
              <a:ahLst/>
              <a:cxnLst/>
              <a:rect l="l" t="t" r="r" b="b"/>
              <a:pathLst>
                <a:path w="989" h="3081" extrusionOk="0">
                  <a:moveTo>
                    <a:pt x="1" y="1"/>
                  </a:moveTo>
                  <a:cubicBezTo>
                    <a:pt x="366" y="407"/>
                    <a:pt x="594" y="949"/>
                    <a:pt x="594" y="1540"/>
                  </a:cubicBezTo>
                  <a:cubicBezTo>
                    <a:pt x="594" y="2132"/>
                    <a:pt x="366" y="2674"/>
                    <a:pt x="1" y="3080"/>
                  </a:cubicBezTo>
                  <a:lnTo>
                    <a:pt x="989" y="3080"/>
                  </a:lnTo>
                  <a:lnTo>
                    <a:pt x="989" y="1"/>
                  </a:lnTo>
                  <a:close/>
                </a:path>
              </a:pathLst>
            </a:custGeom>
            <a:solidFill>
              <a:srgbClr val="856C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8"/>
            <p:cNvSpPr/>
            <p:nvPr/>
          </p:nvSpPr>
          <p:spPr>
            <a:xfrm>
              <a:off x="1017017" y="2592370"/>
              <a:ext cx="298941" cy="295927"/>
            </a:xfrm>
            <a:custGeom>
              <a:avLst/>
              <a:gdLst/>
              <a:ahLst/>
              <a:cxnLst/>
              <a:rect l="l" t="t" r="r" b="b"/>
              <a:pathLst>
                <a:path w="5654" h="5597" extrusionOk="0">
                  <a:moveTo>
                    <a:pt x="2827" y="1"/>
                  </a:moveTo>
                  <a:cubicBezTo>
                    <a:pt x="1957" y="1"/>
                    <a:pt x="1251" y="706"/>
                    <a:pt x="1236" y="1571"/>
                  </a:cubicBezTo>
                  <a:lnTo>
                    <a:pt x="1236" y="4620"/>
                  </a:lnTo>
                  <a:lnTo>
                    <a:pt x="495" y="4620"/>
                  </a:lnTo>
                  <a:cubicBezTo>
                    <a:pt x="222" y="4620"/>
                    <a:pt x="1" y="4841"/>
                    <a:pt x="1" y="5109"/>
                  </a:cubicBezTo>
                  <a:cubicBezTo>
                    <a:pt x="1" y="5376"/>
                    <a:pt x="222" y="5597"/>
                    <a:pt x="495" y="5597"/>
                  </a:cubicBezTo>
                  <a:lnTo>
                    <a:pt x="5164" y="5597"/>
                  </a:lnTo>
                  <a:cubicBezTo>
                    <a:pt x="5432" y="5597"/>
                    <a:pt x="5654" y="5376"/>
                    <a:pt x="5654" y="5109"/>
                  </a:cubicBezTo>
                  <a:cubicBezTo>
                    <a:pt x="5654" y="4841"/>
                    <a:pt x="5432" y="4620"/>
                    <a:pt x="5164" y="4620"/>
                  </a:cubicBezTo>
                  <a:lnTo>
                    <a:pt x="4423" y="4620"/>
                  </a:lnTo>
                  <a:lnTo>
                    <a:pt x="4423" y="3080"/>
                  </a:lnTo>
                  <a:lnTo>
                    <a:pt x="5015" y="3080"/>
                  </a:lnTo>
                  <a:cubicBezTo>
                    <a:pt x="4644" y="2674"/>
                    <a:pt x="4423" y="2132"/>
                    <a:pt x="4423" y="1540"/>
                  </a:cubicBezTo>
                  <a:cubicBezTo>
                    <a:pt x="4423" y="949"/>
                    <a:pt x="4644" y="407"/>
                    <a:pt x="50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8"/>
            <p:cNvSpPr/>
            <p:nvPr/>
          </p:nvSpPr>
          <p:spPr>
            <a:xfrm>
              <a:off x="1515916" y="2300304"/>
              <a:ext cx="978406" cy="901318"/>
            </a:xfrm>
            <a:custGeom>
              <a:avLst/>
              <a:gdLst/>
              <a:ahLst/>
              <a:cxnLst/>
              <a:rect l="l" t="t" r="r" b="b"/>
              <a:pathLst>
                <a:path w="18505" h="17047" extrusionOk="0">
                  <a:moveTo>
                    <a:pt x="1" y="1"/>
                  </a:moveTo>
                  <a:lnTo>
                    <a:pt x="1" y="984"/>
                  </a:lnTo>
                  <a:cubicBezTo>
                    <a:pt x="12" y="979"/>
                    <a:pt x="17" y="969"/>
                    <a:pt x="27" y="969"/>
                  </a:cubicBezTo>
                  <a:cubicBezTo>
                    <a:pt x="29" y="968"/>
                    <a:pt x="30" y="967"/>
                    <a:pt x="32" y="967"/>
                  </a:cubicBezTo>
                  <a:cubicBezTo>
                    <a:pt x="35" y="967"/>
                    <a:pt x="38" y="969"/>
                    <a:pt x="38" y="969"/>
                  </a:cubicBezTo>
                  <a:cubicBezTo>
                    <a:pt x="22" y="1046"/>
                    <a:pt x="12" y="1205"/>
                    <a:pt x="1" y="1412"/>
                  </a:cubicBezTo>
                  <a:lnTo>
                    <a:pt x="1" y="3738"/>
                  </a:lnTo>
                  <a:lnTo>
                    <a:pt x="1" y="5525"/>
                  </a:lnTo>
                  <a:lnTo>
                    <a:pt x="1" y="8604"/>
                  </a:lnTo>
                  <a:lnTo>
                    <a:pt x="1" y="11745"/>
                  </a:lnTo>
                  <a:cubicBezTo>
                    <a:pt x="1" y="14658"/>
                    <a:pt x="2386" y="17047"/>
                    <a:pt x="5304" y="17047"/>
                  </a:cubicBezTo>
                  <a:lnTo>
                    <a:pt x="13202" y="17047"/>
                  </a:lnTo>
                  <a:cubicBezTo>
                    <a:pt x="16121" y="17047"/>
                    <a:pt x="18504" y="14658"/>
                    <a:pt x="18504" y="11745"/>
                  </a:cubicBezTo>
                  <a:lnTo>
                    <a:pt x="1850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8"/>
            <p:cNvSpPr/>
            <p:nvPr/>
          </p:nvSpPr>
          <p:spPr>
            <a:xfrm>
              <a:off x="1071422" y="2581531"/>
              <a:ext cx="95065" cy="93954"/>
            </a:xfrm>
            <a:custGeom>
              <a:avLst/>
              <a:gdLst/>
              <a:ahLst/>
              <a:cxnLst/>
              <a:rect l="l" t="t" r="r" b="b"/>
              <a:pathLst>
                <a:path w="1798" h="1777" extrusionOk="0">
                  <a:moveTo>
                    <a:pt x="1742" y="1"/>
                  </a:moveTo>
                  <a:cubicBezTo>
                    <a:pt x="1284" y="1"/>
                    <a:pt x="830" y="191"/>
                    <a:pt x="511" y="515"/>
                  </a:cubicBezTo>
                  <a:cubicBezTo>
                    <a:pt x="186" y="835"/>
                    <a:pt x="1" y="1282"/>
                    <a:pt x="1" y="1745"/>
                  </a:cubicBezTo>
                  <a:lnTo>
                    <a:pt x="1" y="1776"/>
                  </a:lnTo>
                  <a:lnTo>
                    <a:pt x="414" y="1745"/>
                  </a:lnTo>
                  <a:cubicBezTo>
                    <a:pt x="414" y="1396"/>
                    <a:pt x="552" y="1051"/>
                    <a:pt x="804" y="804"/>
                  </a:cubicBezTo>
                  <a:cubicBezTo>
                    <a:pt x="1051" y="551"/>
                    <a:pt x="1386" y="412"/>
                    <a:pt x="1742" y="412"/>
                  </a:cubicBezTo>
                  <a:lnTo>
                    <a:pt x="1798" y="412"/>
                  </a:lnTo>
                  <a:lnTo>
                    <a:pt x="1798" y="1"/>
                  </a:lnTo>
                  <a:close/>
                </a:path>
              </a:pathLst>
            </a:custGeom>
            <a:solidFill>
              <a:srgbClr val="4C3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8"/>
            <p:cNvSpPr/>
            <p:nvPr/>
          </p:nvSpPr>
          <p:spPr>
            <a:xfrm>
              <a:off x="1413661" y="1930938"/>
              <a:ext cx="1173452" cy="1281629"/>
            </a:xfrm>
            <a:custGeom>
              <a:avLst/>
              <a:gdLst/>
              <a:ahLst/>
              <a:cxnLst/>
              <a:rect l="l" t="t" r="r" b="b"/>
              <a:pathLst>
                <a:path w="22194" h="24240" extrusionOk="0">
                  <a:moveTo>
                    <a:pt x="1452" y="1"/>
                  </a:moveTo>
                  <a:cubicBezTo>
                    <a:pt x="1065" y="1"/>
                    <a:pt x="699" y="150"/>
                    <a:pt x="428" y="428"/>
                  </a:cubicBezTo>
                  <a:cubicBezTo>
                    <a:pt x="150" y="701"/>
                    <a:pt x="0" y="1067"/>
                    <a:pt x="0" y="1457"/>
                  </a:cubicBezTo>
                  <a:cubicBezTo>
                    <a:pt x="0" y="2256"/>
                    <a:pt x="649" y="2909"/>
                    <a:pt x="1452" y="2909"/>
                  </a:cubicBezTo>
                  <a:lnTo>
                    <a:pt x="1730" y="2909"/>
                  </a:lnTo>
                  <a:lnTo>
                    <a:pt x="1730" y="12511"/>
                  </a:lnTo>
                  <a:lnTo>
                    <a:pt x="2141" y="12511"/>
                  </a:lnTo>
                  <a:lnTo>
                    <a:pt x="2141" y="2498"/>
                  </a:lnTo>
                  <a:lnTo>
                    <a:pt x="1452" y="2498"/>
                  </a:lnTo>
                  <a:cubicBezTo>
                    <a:pt x="875" y="2498"/>
                    <a:pt x="411" y="2029"/>
                    <a:pt x="411" y="1457"/>
                  </a:cubicBezTo>
                  <a:cubicBezTo>
                    <a:pt x="411" y="1174"/>
                    <a:pt x="520" y="912"/>
                    <a:pt x="715" y="716"/>
                  </a:cubicBezTo>
                  <a:cubicBezTo>
                    <a:pt x="911" y="521"/>
                    <a:pt x="1174" y="413"/>
                    <a:pt x="1452" y="413"/>
                  </a:cubicBezTo>
                  <a:lnTo>
                    <a:pt x="20742" y="413"/>
                  </a:lnTo>
                  <a:cubicBezTo>
                    <a:pt x="21319" y="413"/>
                    <a:pt x="21782" y="882"/>
                    <a:pt x="21782" y="1457"/>
                  </a:cubicBezTo>
                  <a:cubicBezTo>
                    <a:pt x="21782" y="1730"/>
                    <a:pt x="21674" y="1994"/>
                    <a:pt x="21478" y="2189"/>
                  </a:cubicBezTo>
                  <a:cubicBezTo>
                    <a:pt x="21283" y="2390"/>
                    <a:pt x="21020" y="2498"/>
                    <a:pt x="20742" y="2498"/>
                  </a:cubicBezTo>
                  <a:lnTo>
                    <a:pt x="20233" y="2498"/>
                  </a:lnTo>
                  <a:lnTo>
                    <a:pt x="20233" y="18731"/>
                  </a:lnTo>
                  <a:cubicBezTo>
                    <a:pt x="20233" y="21542"/>
                    <a:pt x="17947" y="23828"/>
                    <a:pt x="15136" y="23828"/>
                  </a:cubicBezTo>
                  <a:lnTo>
                    <a:pt x="7238" y="23828"/>
                  </a:lnTo>
                  <a:cubicBezTo>
                    <a:pt x="4427" y="23828"/>
                    <a:pt x="2141" y="21542"/>
                    <a:pt x="2141" y="18731"/>
                  </a:cubicBezTo>
                  <a:lnTo>
                    <a:pt x="2141" y="15590"/>
                  </a:lnTo>
                  <a:lnTo>
                    <a:pt x="1730" y="15590"/>
                  </a:lnTo>
                  <a:lnTo>
                    <a:pt x="1730" y="18731"/>
                  </a:lnTo>
                  <a:cubicBezTo>
                    <a:pt x="1730" y="21768"/>
                    <a:pt x="4201" y="24239"/>
                    <a:pt x="7238" y="24239"/>
                  </a:cubicBezTo>
                  <a:lnTo>
                    <a:pt x="15136" y="24239"/>
                  </a:lnTo>
                  <a:cubicBezTo>
                    <a:pt x="18173" y="24239"/>
                    <a:pt x="20644" y="21768"/>
                    <a:pt x="20644" y="18731"/>
                  </a:cubicBezTo>
                  <a:lnTo>
                    <a:pt x="20644" y="2909"/>
                  </a:lnTo>
                  <a:lnTo>
                    <a:pt x="20742" y="2909"/>
                  </a:lnTo>
                  <a:cubicBezTo>
                    <a:pt x="21129" y="2909"/>
                    <a:pt x="21494" y="2755"/>
                    <a:pt x="21766" y="2483"/>
                  </a:cubicBezTo>
                  <a:cubicBezTo>
                    <a:pt x="22044" y="2205"/>
                    <a:pt x="22194" y="1844"/>
                    <a:pt x="22194" y="1457"/>
                  </a:cubicBezTo>
                  <a:cubicBezTo>
                    <a:pt x="22194" y="654"/>
                    <a:pt x="21545" y="1"/>
                    <a:pt x="207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8"/>
            <p:cNvSpPr/>
            <p:nvPr/>
          </p:nvSpPr>
          <p:spPr>
            <a:xfrm>
              <a:off x="1006125" y="2581531"/>
              <a:ext cx="320725" cy="317711"/>
            </a:xfrm>
            <a:custGeom>
              <a:avLst/>
              <a:gdLst/>
              <a:ahLst/>
              <a:cxnLst/>
              <a:rect l="l" t="t" r="r" b="b"/>
              <a:pathLst>
                <a:path w="6066" h="6009" extrusionOk="0">
                  <a:moveTo>
                    <a:pt x="3033" y="1"/>
                  </a:moveTo>
                  <a:cubicBezTo>
                    <a:pt x="2060" y="1"/>
                    <a:pt x="1252" y="798"/>
                    <a:pt x="1236" y="1776"/>
                  </a:cubicBezTo>
                  <a:lnTo>
                    <a:pt x="1236" y="4618"/>
                  </a:lnTo>
                  <a:lnTo>
                    <a:pt x="701" y="4618"/>
                  </a:lnTo>
                  <a:cubicBezTo>
                    <a:pt x="314" y="4618"/>
                    <a:pt x="0" y="4932"/>
                    <a:pt x="0" y="5314"/>
                  </a:cubicBezTo>
                  <a:cubicBezTo>
                    <a:pt x="0" y="5699"/>
                    <a:pt x="314" y="6008"/>
                    <a:pt x="701" y="6008"/>
                  </a:cubicBezTo>
                  <a:lnTo>
                    <a:pt x="5370" y="6008"/>
                  </a:lnTo>
                  <a:cubicBezTo>
                    <a:pt x="5757" y="6008"/>
                    <a:pt x="6066" y="5699"/>
                    <a:pt x="6066" y="5314"/>
                  </a:cubicBezTo>
                  <a:cubicBezTo>
                    <a:pt x="6066" y="4932"/>
                    <a:pt x="5757" y="4618"/>
                    <a:pt x="5370" y="4618"/>
                  </a:cubicBezTo>
                  <a:lnTo>
                    <a:pt x="4835" y="4618"/>
                  </a:lnTo>
                  <a:lnTo>
                    <a:pt x="4835" y="3491"/>
                  </a:lnTo>
                  <a:lnTo>
                    <a:pt x="5221" y="3491"/>
                  </a:lnTo>
                  <a:lnTo>
                    <a:pt x="5221" y="3079"/>
                  </a:lnTo>
                  <a:lnTo>
                    <a:pt x="4423" y="3079"/>
                  </a:lnTo>
                  <a:lnTo>
                    <a:pt x="4423" y="5025"/>
                  </a:lnTo>
                  <a:lnTo>
                    <a:pt x="5370" y="5025"/>
                  </a:lnTo>
                  <a:cubicBezTo>
                    <a:pt x="5525" y="5025"/>
                    <a:pt x="5653" y="5159"/>
                    <a:pt x="5653" y="5314"/>
                  </a:cubicBezTo>
                  <a:cubicBezTo>
                    <a:pt x="5653" y="5468"/>
                    <a:pt x="5525" y="5597"/>
                    <a:pt x="5370" y="5597"/>
                  </a:cubicBezTo>
                  <a:lnTo>
                    <a:pt x="701" y="5597"/>
                  </a:lnTo>
                  <a:cubicBezTo>
                    <a:pt x="542" y="5597"/>
                    <a:pt x="413" y="5468"/>
                    <a:pt x="413" y="5314"/>
                  </a:cubicBezTo>
                  <a:cubicBezTo>
                    <a:pt x="413" y="5159"/>
                    <a:pt x="542" y="5025"/>
                    <a:pt x="701" y="5025"/>
                  </a:cubicBezTo>
                  <a:lnTo>
                    <a:pt x="1649" y="5025"/>
                  </a:lnTo>
                  <a:lnTo>
                    <a:pt x="1649" y="1776"/>
                  </a:lnTo>
                  <a:cubicBezTo>
                    <a:pt x="1659" y="1025"/>
                    <a:pt x="2281" y="412"/>
                    <a:pt x="3033" y="412"/>
                  </a:cubicBezTo>
                  <a:lnTo>
                    <a:pt x="5221" y="412"/>
                  </a:lnTo>
                  <a:lnTo>
                    <a:pt x="5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8"/>
            <p:cNvSpPr/>
            <p:nvPr/>
          </p:nvSpPr>
          <p:spPr>
            <a:xfrm>
              <a:off x="1463678" y="2581531"/>
              <a:ext cx="63236" cy="184631"/>
            </a:xfrm>
            <a:custGeom>
              <a:avLst/>
              <a:gdLst/>
              <a:ahLst/>
              <a:cxnLst/>
              <a:rect l="l" t="t" r="r" b="b"/>
              <a:pathLst>
                <a:path w="1196" h="3492" extrusionOk="0">
                  <a:moveTo>
                    <a:pt x="1" y="1"/>
                  </a:moveTo>
                  <a:lnTo>
                    <a:pt x="1" y="412"/>
                  </a:lnTo>
                  <a:lnTo>
                    <a:pt x="784" y="412"/>
                  </a:lnTo>
                  <a:lnTo>
                    <a:pt x="784" y="3079"/>
                  </a:lnTo>
                  <a:lnTo>
                    <a:pt x="1" y="3079"/>
                  </a:lnTo>
                  <a:lnTo>
                    <a:pt x="1" y="3491"/>
                  </a:lnTo>
                  <a:lnTo>
                    <a:pt x="1195" y="3491"/>
                  </a:lnTo>
                  <a:lnTo>
                    <a:pt x="11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Science Subject for High School - 9th Grade: Chemistry by Slidesgo">
  <a:themeElements>
    <a:clrScheme name="Simple Light">
      <a:dk1>
        <a:srgbClr val="4C3D4F"/>
      </a:dk1>
      <a:lt1>
        <a:srgbClr val="494848"/>
      </a:lt1>
      <a:dk2>
        <a:srgbClr val="191919"/>
      </a:dk2>
      <a:lt2>
        <a:srgbClr val="856C8B"/>
      </a:lt2>
      <a:accent1>
        <a:srgbClr val="A5BFC2"/>
      </a:accent1>
      <a:accent2>
        <a:srgbClr val="FFF3C2"/>
      </a:accent2>
      <a:accent3>
        <a:srgbClr val="78909C"/>
      </a:accent3>
      <a:accent4>
        <a:srgbClr val="D4EBD0"/>
      </a:accent4>
      <a:accent5>
        <a:srgbClr val="A4C5C6"/>
      </a:accent5>
      <a:accent6>
        <a:srgbClr val="FFFFFF"/>
      </a:accent6>
      <a:hlink>
        <a:srgbClr val="4C3D4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TotalTime>
  <Words>804</Words>
  <Application>Microsoft Office PowerPoint</Application>
  <PresentationFormat>On-screen Show (16:9)</PresentationFormat>
  <Paragraphs>187</Paragraphs>
  <Slides>9</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Assistant</vt:lpstr>
      <vt:lpstr>Consolas</vt:lpstr>
      <vt:lpstr>Encode Sans</vt:lpstr>
      <vt:lpstr>Encode Sans Black</vt:lpstr>
      <vt:lpstr>Roboto Condensed Light</vt:lpstr>
      <vt:lpstr>Wingdings</vt:lpstr>
      <vt:lpstr>Science Subject for High School - 9th Grade: Chemistry by Slidesgo</vt:lpstr>
      <vt:lpstr>The Chemist’s Notebook</vt:lpstr>
      <vt:lpstr>What is our Chemist’s Notebook</vt:lpstr>
      <vt:lpstr>Ways in which The Chemist’s Notebook can be helpful</vt:lpstr>
      <vt:lpstr>PowerPoint Presentation</vt:lpstr>
      <vt:lpstr>Periodic table</vt:lpstr>
      <vt:lpstr>Key Components  </vt:lpstr>
      <vt:lpstr>Potential Application</vt:lpstr>
      <vt:lpstr>Expected Outcomes</vt:lpstr>
      <vt:lpstr>—William Crookes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Chemist’s Notebook</dc:title>
  <cp:lastModifiedBy>Nachiket 014</cp:lastModifiedBy>
  <cp:revision>7</cp:revision>
  <dcterms:modified xsi:type="dcterms:W3CDTF">2023-12-15T05:46:06Z</dcterms:modified>
</cp:coreProperties>
</file>